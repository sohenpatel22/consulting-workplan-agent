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33"/>
  </p:notesMasterIdLst>
  <p:handoutMasterIdLst>
    <p:handoutMasterId r:id="rId34"/>
  </p:handoutMasterIdLst>
  <p:sldIdLst>
    <p:sldId id="262" r:id="rId5"/>
    <p:sldId id="456" r:id="rId6"/>
    <p:sldId id="291" r:id="rId7"/>
    <p:sldId id="388" r:id="rId8"/>
    <p:sldId id="459" r:id="rId9"/>
    <p:sldId id="473" r:id="rId10"/>
    <p:sldId id="460" r:id="rId11"/>
    <p:sldId id="458" r:id="rId12"/>
    <p:sldId id="323" r:id="rId13"/>
    <p:sldId id="256" r:id="rId14"/>
    <p:sldId id="457" r:id="rId15"/>
    <p:sldId id="472" r:id="rId16"/>
    <p:sldId id="462" r:id="rId17"/>
    <p:sldId id="461" r:id="rId18"/>
    <p:sldId id="463" r:id="rId19"/>
    <p:sldId id="475" r:id="rId20"/>
    <p:sldId id="476" r:id="rId21"/>
    <p:sldId id="465" r:id="rId22"/>
    <p:sldId id="477" r:id="rId23"/>
    <p:sldId id="478" r:id="rId24"/>
    <p:sldId id="479" r:id="rId25"/>
    <p:sldId id="466" r:id="rId26"/>
    <p:sldId id="467" r:id="rId27"/>
    <p:sldId id="468" r:id="rId28"/>
    <p:sldId id="474" r:id="rId29"/>
    <p:sldId id="480" r:id="rId30"/>
    <p:sldId id="469" r:id="rId31"/>
    <p:sldId id="47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7D9C21CC-0BE7-E634-FC48-21B5D1474491}" name="Stephanie Wong" initials="SW" userId="S::stephaniesm.wong@utoronto.ca::8033eaf5-89ad-47f0-bd3e-867b63b6f7c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tephanie Wong" initials="SW" lastIdx="6" clrIdx="0">
    <p:extLst>
      <p:ext uri="{19B8F6BF-5375-455C-9EA6-DF929625EA0E}">
        <p15:presenceInfo xmlns:p15="http://schemas.microsoft.com/office/powerpoint/2012/main" userId="S::stephaniesm.wong@utoronto.ca::8033eaf5-89ad-47f0-bd3e-867b63b6f7c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3765"/>
    <a:srgbClr val="D8DCE4"/>
    <a:srgbClr val="2039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14F8C-1339-B759-8087-00C35F483514}" v="27" dt="2026-06-07T20:43:06.577"/>
    <p1510:client id="{1CBBF639-E25C-558A-FA48-58A943463AB1}" v="142" dt="2026-06-07T20:48:08.619"/>
    <p1510:client id="{267EC839-2243-87B9-E748-41282CEE9490}" v="28" dt="2026-06-07T20:30:07.445"/>
    <p1510:client id="{57947112-D331-2AFB-E68F-57802020565D}" v="7" dt="2026-06-08T04:07:06.950"/>
    <p1510:client id="{6D23E45B-20FD-89CC-C617-26AB5FFC6534}" v="1325" dt="2026-06-08T04:22:13.402"/>
    <p1510:client id="{8249BE91-C8EE-4C25-B037-7E0B37F09A18}" v="1446" dt="2026-06-08T19:01:02.155"/>
    <p1510:client id="{984BF305-9C39-1D79-FC38-09AF350C704D}" v="53" dt="2026-06-08T18:57:57.781"/>
    <p1510:client id="{AAD828C7-CEF6-833E-37BC-3A6DBA97E523}" v="52" dt="2026-06-07T21:39:35.908"/>
    <p1510:client id="{D76C013D-01DD-6A83-7A3C-0DEF1DB02EB1}" v="29" dt="2026-06-08T04:18:47.355"/>
    <p1510:client id="{E18838BF-D806-B03C-4C87-529B301948E9}" v="51" dt="2026-06-08T06:07:07.846"/>
    <p1510:client id="{F5FB86BB-C05D-4D4C-4506-089CC6453B0E}" v="440" dt="2026-06-08T16:46:38.161"/>
  </p1510:revLst>
</p1510:revInfo>
</file>

<file path=ppt/tableStyles.xml><?xml version="1.0" encoding="utf-8"?>
<a:tblStyleLst xmlns:a="http://schemas.openxmlformats.org/drawingml/2006/main" def="{5C22544A-7EE6-4342-B048-85BDC9FD1C3A}">
  <a:tblStyle styleId="{73A6DA28-BB08-4E28-94E8-AB53A02DD50B}" styleName="U of T Defy Gravity">
    <a:wholeTbl>
      <a:tcTxStyle>
        <a:fontRef idx="minor"/>
        <a:schemeClr val="tx1"/>
      </a:tcTxStyle>
      <a:tcStyle>
        <a:tcBdr>
          <a:left>
            <a:ln w="0" cmpd="sng">
              <a:solidFill>
                <a:schemeClr val="lt1"/>
              </a:solidFill>
            </a:ln>
          </a:left>
          <a:right>
            <a:ln w="0" cmpd="sng">
              <a:solidFill>
                <a:schemeClr val="lt1"/>
              </a:solidFill>
            </a:ln>
          </a:right>
          <a:top>
            <a:ln w="0" cmpd="sng">
              <a:solidFill>
                <a:schemeClr val="lt1"/>
              </a:solidFill>
            </a:ln>
          </a:top>
          <a:bottom>
            <a:ln w="0" cmpd="sng">
              <a:solidFill>
                <a:schemeClr val="lt1"/>
              </a:solidFill>
            </a:ln>
          </a:bottom>
          <a:insideH>
            <a:ln w="0" cmpd="sng">
              <a:solidFill>
                <a:schemeClr val="lt1"/>
              </a:solidFill>
            </a:ln>
          </a:insideH>
          <a:insideV>
            <a:ln w="0" cmpd="sng">
              <a:solidFill>
                <a:schemeClr val="lt1"/>
              </a:solidFill>
            </a:ln>
          </a:insideV>
        </a:tcBdr>
        <a:fill>
          <a:solidFill>
            <a:schemeClr val="lt1">
              <a:alpha val="0"/>
            </a:schemeClr>
          </a:solidFill>
        </a:fill>
      </a:tcStyle>
    </a:wholeTbl>
    <a:band1H>
      <a:tcStyle>
        <a:tcBdr/>
      </a:tcStyle>
    </a:band1H>
    <a:band2H>
      <a:tcStyle>
        <a:tcBdr/>
        <a:fill>
          <a:solidFill>
            <a:schemeClr val="lt2">
              <a:alpha val="20000"/>
            </a:schemeClr>
          </a:solidFill>
        </a:fill>
      </a:tcStyle>
    </a:band2H>
    <a:band1V>
      <a:tcStyle>
        <a:tcBdr/>
      </a:tcStyle>
    </a:band1V>
    <a:band2V>
      <a:tcStyle>
        <a:tcBdr/>
        <a:fill>
          <a:solidFill>
            <a:schemeClr val="lt2">
              <a:alpha val="20000"/>
            </a:schemeClr>
          </a:solidFill>
        </a:fill>
      </a:tcStyle>
    </a:band2V>
    <a:lastCol>
      <a:tcTxStyle b="on">
        <a:fontRef idx="minor"/>
        <a:schemeClr val="tx1"/>
      </a:tcTxStyle>
      <a:tcStyle>
        <a:tcBdr/>
      </a:tcStyle>
    </a:lastCol>
    <a:firstCol>
      <a:tcTxStyle b="on">
        <a:fontRef idx="minor"/>
        <a:schemeClr val="tx1"/>
      </a:tcTxStyle>
      <a:tcStyle>
        <a:tcBdr/>
      </a:tcStyle>
    </a:firstCol>
    <a:lastRow>
      <a:tcTxStyle b="on">
        <a:fontRef idx="minor"/>
        <a:schemeClr val="accent1"/>
      </a:tcTxStyle>
      <a:tcStyle>
        <a:tcBdr>
          <a:top>
            <a:ln w="5000" cmpd="sng">
              <a:solidFill>
                <a:schemeClr val="tx1"/>
              </a:solidFill>
            </a:ln>
          </a:top>
        </a:tcBdr>
      </a:tcStyle>
    </a:lastRow>
    <a:firstRow>
      <a:tcTxStyle b="off">
        <a:fontRef idx="minor"/>
        <a:schemeClr val="tx1"/>
      </a:tcTxStyle>
      <a:tcStyle>
        <a:tcBdr>
          <a:bottom>
            <a:ln w="5000" cmpd="sng">
              <a:solidFill>
                <a:schemeClr val="tx1"/>
              </a:solidFill>
            </a:ln>
          </a:bottom>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handoutMaster" Target="handoutMasters/handoutMaster1.xml"/><Relationship Id="rId42"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yf Syed" userId="S::sayf.syed@mail.utoronto.ca::2824b458-88d4-43f3-9fd1-e75d3347bbca" providerId="AD" clId="Web-{6D23E45B-20FD-89CC-C617-26AB5FFC6534}"/>
    <pc:docChg chg="modSld">
      <pc:chgData name="Sayf Syed" userId="S::sayf.syed@mail.utoronto.ca::2824b458-88d4-43f3-9fd1-e75d3347bbca" providerId="AD" clId="Web-{6D23E45B-20FD-89CC-C617-26AB5FFC6534}" dt="2026-06-08T04:22:13.402" v="1317" actId="20577"/>
      <pc:docMkLst>
        <pc:docMk/>
      </pc:docMkLst>
      <pc:sldChg chg="addSp modSp">
        <pc:chgData name="Sayf Syed" userId="S::sayf.syed@mail.utoronto.ca::2824b458-88d4-43f3-9fd1-e75d3347bbca" providerId="AD" clId="Web-{6D23E45B-20FD-89CC-C617-26AB5FFC6534}" dt="2026-06-08T03:53:28.753" v="62" actId="20577"/>
        <pc:sldMkLst>
          <pc:docMk/>
          <pc:sldMk cId="3120085574" sldId="459"/>
        </pc:sldMkLst>
        <pc:spChg chg="add mod">
          <ac:chgData name="Sayf Syed" userId="S::sayf.syed@mail.utoronto.ca::2824b458-88d4-43f3-9fd1-e75d3347bbca" providerId="AD" clId="Web-{6D23E45B-20FD-89CC-C617-26AB5FFC6534}" dt="2026-06-08T03:50:58.548" v="35" actId="1076"/>
          <ac:spMkLst>
            <pc:docMk/>
            <pc:sldMk cId="3120085574" sldId="459"/>
            <ac:spMk id="7" creationId="{C5337870-2714-2262-0E0D-AF454E560BDF}"/>
          </ac:spMkLst>
        </pc:spChg>
        <pc:spChg chg="add mod">
          <ac:chgData name="Sayf Syed" userId="S::sayf.syed@mail.utoronto.ca::2824b458-88d4-43f3-9fd1-e75d3347bbca" providerId="AD" clId="Web-{6D23E45B-20FD-89CC-C617-26AB5FFC6534}" dt="2026-06-08T03:51:08.235" v="37" actId="1076"/>
          <ac:spMkLst>
            <pc:docMk/>
            <pc:sldMk cId="3120085574" sldId="459"/>
            <ac:spMk id="8" creationId="{B19D1A4D-3992-8BC2-AE74-4C536ACDCCF5}"/>
          </ac:spMkLst>
        </pc:spChg>
        <pc:spChg chg="add mod">
          <ac:chgData name="Sayf Syed" userId="S::sayf.syed@mail.utoronto.ca::2824b458-88d4-43f3-9fd1-e75d3347bbca" providerId="AD" clId="Web-{6D23E45B-20FD-89CC-C617-26AB5FFC6534}" dt="2026-06-08T03:52:12.471" v="48" actId="1076"/>
          <ac:spMkLst>
            <pc:docMk/>
            <pc:sldMk cId="3120085574" sldId="459"/>
            <ac:spMk id="9" creationId="{97B5363D-60AD-049B-BFD8-3AB14D3CD361}"/>
          </ac:spMkLst>
        </pc:spChg>
        <pc:spChg chg="add mod">
          <ac:chgData name="Sayf Syed" userId="S::sayf.syed@mail.utoronto.ca::2824b458-88d4-43f3-9fd1-e75d3347bbca" providerId="AD" clId="Web-{6D23E45B-20FD-89CC-C617-26AB5FFC6534}" dt="2026-06-08T03:52:57.643" v="54" actId="20577"/>
          <ac:spMkLst>
            <pc:docMk/>
            <pc:sldMk cId="3120085574" sldId="459"/>
            <ac:spMk id="10" creationId="{525873C7-0FD9-0C80-7520-7F969466B248}"/>
          </ac:spMkLst>
        </pc:spChg>
        <pc:spChg chg="add mod">
          <ac:chgData name="Sayf Syed" userId="S::sayf.syed@mail.utoronto.ca::2824b458-88d4-43f3-9fd1-e75d3347bbca" providerId="AD" clId="Web-{6D23E45B-20FD-89CC-C617-26AB5FFC6534}" dt="2026-06-08T03:52:18.736" v="50" actId="1076"/>
          <ac:spMkLst>
            <pc:docMk/>
            <pc:sldMk cId="3120085574" sldId="459"/>
            <ac:spMk id="11" creationId="{92EFF1F2-3693-0F58-D2E0-3FE83B5D3EC3}"/>
          </ac:spMkLst>
        </pc:spChg>
        <pc:spChg chg="add mod">
          <ac:chgData name="Sayf Syed" userId="S::sayf.syed@mail.utoronto.ca::2824b458-88d4-43f3-9fd1-e75d3347bbca" providerId="AD" clId="Web-{6D23E45B-20FD-89CC-C617-26AB5FFC6534}" dt="2026-06-08T03:53:28.753" v="62" actId="20577"/>
          <ac:spMkLst>
            <pc:docMk/>
            <pc:sldMk cId="3120085574" sldId="459"/>
            <ac:spMk id="12" creationId="{B68C15BF-3989-D5C5-5DB0-A4D9D02419B3}"/>
          </ac:spMkLst>
        </pc:spChg>
      </pc:sldChg>
      <pc:sldChg chg="addSp delSp modSp">
        <pc:chgData name="Sayf Syed" userId="S::sayf.syed@mail.utoronto.ca::2824b458-88d4-43f3-9fd1-e75d3347bbca" providerId="AD" clId="Web-{6D23E45B-20FD-89CC-C617-26AB5FFC6534}" dt="2026-06-08T04:08:19.469" v="1309" actId="1076"/>
        <pc:sldMkLst>
          <pc:docMk/>
          <pc:sldMk cId="3470153435" sldId="466"/>
        </pc:sldMkLst>
        <pc:spChg chg="mod">
          <ac:chgData name="Sayf Syed" userId="S::sayf.syed@mail.utoronto.ca::2824b458-88d4-43f3-9fd1-e75d3347bbca" providerId="AD" clId="Web-{6D23E45B-20FD-89CC-C617-26AB5FFC6534}" dt="2026-06-08T03:59:46.790" v="74" actId="20577"/>
          <ac:spMkLst>
            <pc:docMk/>
            <pc:sldMk cId="3470153435" sldId="466"/>
            <ac:spMk id="4" creationId="{D67A1415-F0FF-6AA7-5A62-847B4D1F1248}"/>
          </ac:spMkLst>
        </pc:spChg>
        <pc:graphicFrameChg chg="add del mod modGraphic">
          <ac:chgData name="Sayf Syed" userId="S::sayf.syed@mail.utoronto.ca::2824b458-88d4-43f3-9fd1-e75d3347bbca" providerId="AD" clId="Web-{6D23E45B-20FD-89CC-C617-26AB5FFC6534}" dt="2026-06-08T04:03:22.121" v="527"/>
          <ac:graphicFrameMkLst>
            <pc:docMk/>
            <pc:sldMk cId="3470153435" sldId="466"/>
            <ac:graphicFrameMk id="8" creationId="{FFA04326-00AE-47F0-183E-40FED07F93A0}"/>
          </ac:graphicFrameMkLst>
        </pc:graphicFrameChg>
        <pc:graphicFrameChg chg="add mod modGraphic">
          <ac:chgData name="Sayf Syed" userId="S::sayf.syed@mail.utoronto.ca::2824b458-88d4-43f3-9fd1-e75d3347bbca" providerId="AD" clId="Web-{6D23E45B-20FD-89CC-C617-26AB5FFC6534}" dt="2026-06-08T04:08:19.469" v="1309" actId="1076"/>
          <ac:graphicFrameMkLst>
            <pc:docMk/>
            <pc:sldMk cId="3470153435" sldId="466"/>
            <ac:graphicFrameMk id="10" creationId="{C24D0355-4021-0331-47F0-4F8A5AB79D85}"/>
          </ac:graphicFrameMkLst>
        </pc:graphicFrameChg>
        <pc:picChg chg="add del mod">
          <ac:chgData name="Sayf Syed" userId="S::sayf.syed@mail.utoronto.ca::2824b458-88d4-43f3-9fd1-e75d3347bbca" providerId="AD" clId="Web-{6D23E45B-20FD-89CC-C617-26AB5FFC6534}" dt="2026-06-08T04:00:04.274" v="79"/>
          <ac:picMkLst>
            <pc:docMk/>
            <pc:sldMk cId="3470153435" sldId="466"/>
            <ac:picMk id="2" creationId="{28416BE5-94E4-D2C8-3971-AB5A87365D7E}"/>
          </ac:picMkLst>
        </pc:picChg>
      </pc:sldChg>
      <pc:sldChg chg="addSp delSp modSp">
        <pc:chgData name="Sayf Syed" userId="S::sayf.syed@mail.utoronto.ca::2824b458-88d4-43f3-9fd1-e75d3347bbca" providerId="AD" clId="Web-{6D23E45B-20FD-89CC-C617-26AB5FFC6534}" dt="2026-06-08T04:22:13.402" v="1317" actId="20577"/>
        <pc:sldMkLst>
          <pc:docMk/>
          <pc:sldMk cId="1058712708" sldId="467"/>
        </pc:sldMkLst>
        <pc:spChg chg="mod">
          <ac:chgData name="Sayf Syed" userId="S::sayf.syed@mail.utoronto.ca::2824b458-88d4-43f3-9fd1-e75d3347bbca" providerId="AD" clId="Web-{6D23E45B-20FD-89CC-C617-26AB5FFC6534}" dt="2026-06-08T04:06:14.920" v="1064" actId="20577"/>
          <ac:spMkLst>
            <pc:docMk/>
            <pc:sldMk cId="1058712708" sldId="467"/>
            <ac:spMk id="4" creationId="{736E8BAC-8FF6-86BB-2A4C-FE1B12EA50A0}"/>
          </ac:spMkLst>
        </pc:spChg>
        <pc:spChg chg="add mod">
          <ac:chgData name="Sayf Syed" userId="S::sayf.syed@mail.utoronto.ca::2824b458-88d4-43f3-9fd1-e75d3347bbca" providerId="AD" clId="Web-{6D23E45B-20FD-89CC-C617-26AB5FFC6534}" dt="2026-06-08T04:22:13.402" v="1317" actId="20577"/>
          <ac:spMkLst>
            <pc:docMk/>
            <pc:sldMk cId="1058712708" sldId="467"/>
            <ac:spMk id="11" creationId="{01B0162A-D95B-144E-4214-9AE7553851EA}"/>
          </ac:spMkLst>
        </pc:spChg>
        <pc:graphicFrameChg chg="add del mod modGraphic">
          <ac:chgData name="Sayf Syed" userId="S::sayf.syed@mail.utoronto.ca::2824b458-88d4-43f3-9fd1-e75d3347bbca" providerId="AD" clId="Web-{6D23E45B-20FD-89CC-C617-26AB5FFC6534}" dt="2026-06-08T04:07:15.421" v="1153"/>
          <ac:graphicFrameMkLst>
            <pc:docMk/>
            <pc:sldMk cId="1058712708" sldId="467"/>
            <ac:graphicFrameMk id="7" creationId="{18CDFA15-5572-0A68-3BE4-9EEBD467257F}"/>
          </ac:graphicFrameMkLst>
        </pc:graphicFrameChg>
        <pc:graphicFrameChg chg="add mod modGraphic">
          <ac:chgData name="Sayf Syed" userId="S::sayf.syed@mail.utoronto.ca::2824b458-88d4-43f3-9fd1-e75d3347bbca" providerId="AD" clId="Web-{6D23E45B-20FD-89CC-C617-26AB5FFC6534}" dt="2026-06-08T04:08:07.312" v="1308" actId="1076"/>
          <ac:graphicFrameMkLst>
            <pc:docMk/>
            <pc:sldMk cId="1058712708" sldId="467"/>
            <ac:graphicFrameMk id="9" creationId="{DC46054B-7E90-709A-0329-689489B02BA2}"/>
          </ac:graphicFrameMkLst>
        </pc:graphicFrameChg>
      </pc:sldChg>
    </pc:docChg>
  </pc:docChgLst>
  <pc:docChgLst>
    <pc:chgData name="Visakh Nair" userId="S::visakh.nair@utoronto.ca::5347e10a-3688-4ebd-ad3b-da5deb6a5aff" providerId="AD" clId="Web-{57947112-D331-2AFB-E68F-57802020565D}"/>
    <pc:docChg chg="modSld">
      <pc:chgData name="Visakh Nair" userId="S::visakh.nair@utoronto.ca::5347e10a-3688-4ebd-ad3b-da5deb6a5aff" providerId="AD" clId="Web-{57947112-D331-2AFB-E68F-57802020565D}" dt="2026-06-08T04:07:06.950" v="6" actId="20577"/>
      <pc:docMkLst>
        <pc:docMk/>
      </pc:docMkLst>
      <pc:sldChg chg="modSp">
        <pc:chgData name="Visakh Nair" userId="S::visakh.nair@utoronto.ca::5347e10a-3688-4ebd-ad3b-da5deb6a5aff" providerId="AD" clId="Web-{57947112-D331-2AFB-E68F-57802020565D}" dt="2026-06-08T04:07:06.950" v="6" actId="20577"/>
        <pc:sldMkLst>
          <pc:docMk/>
          <pc:sldMk cId="0" sldId="256"/>
        </pc:sldMkLst>
        <pc:spChg chg="mod">
          <ac:chgData name="Visakh Nair" userId="S::visakh.nair@utoronto.ca::5347e10a-3688-4ebd-ad3b-da5deb6a5aff" providerId="AD" clId="Web-{57947112-D331-2AFB-E68F-57802020565D}" dt="2026-06-08T04:07:06.950" v="6" actId="20577"/>
          <ac:spMkLst>
            <pc:docMk/>
            <pc:sldMk cId="0" sldId="256"/>
            <ac:spMk id="237" creationId="{00000000-0000-0000-0000-000000000000}"/>
          </ac:spMkLst>
        </pc:spChg>
      </pc:sldChg>
    </pc:docChg>
  </pc:docChgLst>
  <pc:docChgLst>
    <pc:chgData name="Zishu Fang" userId="S::zishu.fang@mail.utoronto.ca::ccdb7e42-3ff1-412e-9319-8fab4e35c7cb" providerId="AD" clId="Web-{267EC839-2243-87B9-E748-41282CEE9490}"/>
    <pc:docChg chg="addSld delSld modSld sldOrd">
      <pc:chgData name="Zishu Fang" userId="S::zishu.fang@mail.utoronto.ca::ccdb7e42-3ff1-412e-9319-8fab4e35c7cb" providerId="AD" clId="Web-{267EC839-2243-87B9-E748-41282CEE9490}" dt="2026-06-07T20:30:07.445" v="26"/>
      <pc:docMkLst>
        <pc:docMk/>
      </pc:docMkLst>
      <pc:sldChg chg="add del">
        <pc:chgData name="Zishu Fang" userId="S::zishu.fang@mail.utoronto.ca::ccdb7e42-3ff1-412e-9319-8fab4e35c7cb" providerId="AD" clId="Web-{267EC839-2243-87B9-E748-41282CEE9490}" dt="2026-06-07T20:20:33.199" v="21"/>
        <pc:sldMkLst>
          <pc:docMk/>
          <pc:sldMk cId="2302525636" sldId="324"/>
        </pc:sldMkLst>
      </pc:sldChg>
      <pc:sldChg chg="addSp delSp modSp">
        <pc:chgData name="Zishu Fang" userId="S::zishu.fang@mail.utoronto.ca::ccdb7e42-3ff1-412e-9319-8fab4e35c7cb" providerId="AD" clId="Web-{267EC839-2243-87B9-E748-41282CEE9490}" dt="2026-06-07T20:30:07.445" v="26"/>
        <pc:sldMkLst>
          <pc:docMk/>
          <pc:sldMk cId="2453549040" sldId="464"/>
        </pc:sldMkLst>
        <pc:graphicFrameChg chg="add del mod">
          <ac:chgData name="Zishu Fang" userId="S::zishu.fang@mail.utoronto.ca::ccdb7e42-3ff1-412e-9319-8fab4e35c7cb" providerId="AD" clId="Web-{267EC839-2243-87B9-E748-41282CEE9490}" dt="2026-06-07T20:30:07.445" v="26"/>
          <ac:graphicFrameMkLst>
            <pc:docMk/>
            <pc:sldMk cId="2453549040" sldId="464"/>
            <ac:graphicFrameMk id="7" creationId="{C50D6694-3187-DA69-ADDB-E5C74B0D74D2}"/>
          </ac:graphicFrameMkLst>
        </pc:graphicFrameChg>
      </pc:sldChg>
      <pc:sldChg chg="addSp delSp modSp add ord">
        <pc:chgData name="Zishu Fang" userId="S::zishu.fang@mail.utoronto.ca::ccdb7e42-3ff1-412e-9319-8fab4e35c7cb" providerId="AD" clId="Web-{267EC839-2243-87B9-E748-41282CEE9490}" dt="2026-06-07T20:26:03.968" v="24" actId="1076"/>
        <pc:sldMkLst>
          <pc:docMk/>
          <pc:sldMk cId="504763693" sldId="473"/>
        </pc:sldMkLst>
        <pc:spChg chg="mod">
          <ac:chgData name="Zishu Fang" userId="S::zishu.fang@mail.utoronto.ca::ccdb7e42-3ff1-412e-9319-8fab4e35c7cb" providerId="AD" clId="Web-{267EC839-2243-87B9-E748-41282CEE9490}" dt="2026-06-07T20:26:03.968" v="24" actId="1076"/>
          <ac:spMkLst>
            <pc:docMk/>
            <pc:sldMk cId="504763693" sldId="473"/>
            <ac:spMk id="4" creationId="{A057054D-6A72-4FBC-8D22-90A1E151A742}"/>
          </ac:spMkLst>
        </pc:spChg>
        <pc:spChg chg="mod">
          <ac:chgData name="Zishu Fang" userId="S::zishu.fang@mail.utoronto.ca::ccdb7e42-3ff1-412e-9319-8fab4e35c7cb" providerId="AD" clId="Web-{267EC839-2243-87B9-E748-41282CEE9490}" dt="2026-06-07T20:18:42.557" v="20" actId="20577"/>
          <ac:spMkLst>
            <pc:docMk/>
            <pc:sldMk cId="504763693" sldId="473"/>
            <ac:spMk id="5" creationId="{1FFF05C1-8600-4BA7-739B-6D94CEE9B4E0}"/>
          </ac:spMkLst>
        </pc:spChg>
        <pc:spChg chg="mod">
          <ac:chgData name="Zishu Fang" userId="S::zishu.fang@mail.utoronto.ca::ccdb7e42-3ff1-412e-9319-8fab4e35c7cb" providerId="AD" clId="Web-{267EC839-2243-87B9-E748-41282CEE9490}" dt="2026-06-07T20:18:31.620" v="19" actId="20577"/>
          <ac:spMkLst>
            <pc:docMk/>
            <pc:sldMk cId="504763693" sldId="473"/>
            <ac:spMk id="7" creationId="{911D945A-FA9F-234C-C366-EBA4915BABB3}"/>
          </ac:spMkLst>
        </pc:spChg>
        <pc:spChg chg="del">
          <ac:chgData name="Zishu Fang" userId="S::zishu.fang@mail.utoronto.ca::ccdb7e42-3ff1-412e-9319-8fab4e35c7cb" providerId="AD" clId="Web-{267EC839-2243-87B9-E748-41282CEE9490}" dt="2026-06-07T20:15:23.571" v="14"/>
          <ac:spMkLst>
            <pc:docMk/>
            <pc:sldMk cId="504763693" sldId="473"/>
            <ac:spMk id="8" creationId="{CD8D7855-CA49-FABA-45B7-4959F2583CD4}"/>
          </ac:spMkLst>
        </pc:spChg>
        <pc:spChg chg="add del">
          <ac:chgData name="Zishu Fang" userId="S::zishu.fang@mail.utoronto.ca::ccdb7e42-3ff1-412e-9319-8fab4e35c7cb" providerId="AD" clId="Web-{267EC839-2243-87B9-E748-41282CEE9490}" dt="2026-06-07T20:14:21.898" v="7"/>
          <ac:spMkLst>
            <pc:docMk/>
            <pc:sldMk cId="504763693" sldId="473"/>
            <ac:spMk id="12" creationId="{B8EB5288-0184-6426-9429-9AC4B6901F19}"/>
          </ac:spMkLst>
        </pc:spChg>
        <pc:spChg chg="add del mod">
          <ac:chgData name="Zishu Fang" userId="S::zishu.fang@mail.utoronto.ca::ccdb7e42-3ff1-412e-9319-8fab4e35c7cb" providerId="AD" clId="Web-{267EC839-2243-87B9-E748-41282CEE9490}" dt="2026-06-07T20:14:56.227" v="10"/>
          <ac:spMkLst>
            <pc:docMk/>
            <pc:sldMk cId="504763693" sldId="473"/>
            <ac:spMk id="14" creationId="{A4C54055-C6F7-F316-A93E-27B72FFC4918}"/>
          </ac:spMkLst>
        </pc:spChg>
        <pc:picChg chg="add">
          <ac:chgData name="Zishu Fang" userId="S::zishu.fang@mail.utoronto.ca::ccdb7e42-3ff1-412e-9319-8fab4e35c7cb" providerId="AD" clId="Web-{267EC839-2243-87B9-E748-41282CEE9490}" dt="2026-06-07T20:07:04.003" v="5"/>
          <ac:picMkLst>
            <pc:docMk/>
            <pc:sldMk cId="504763693" sldId="473"/>
            <ac:picMk id="9" creationId="{613770EE-13AA-48DD-2665-B82C6FB90C97}"/>
          </ac:picMkLst>
        </pc:picChg>
      </pc:sldChg>
    </pc:docChg>
  </pc:docChgLst>
  <pc:docChgLst>
    <pc:chgData name="Visakh Nair" userId="5347e10a-3688-4ebd-ad3b-da5deb6a5aff" providerId="ADAL" clId="{435CB9B6-11A8-4538-9B04-BC7D6BAF545A}"/>
    <pc:docChg chg="custSel addSld delSld modSld">
      <pc:chgData name="Visakh Nair" userId="5347e10a-3688-4ebd-ad3b-da5deb6a5aff" providerId="ADAL" clId="{435CB9B6-11A8-4538-9B04-BC7D6BAF545A}" dt="2026-06-08T04:03:51.246" v="267" actId="2696"/>
      <pc:docMkLst>
        <pc:docMk/>
      </pc:docMkLst>
      <pc:sldChg chg="addSp delSp modSp add mod setBg">
        <pc:chgData name="Visakh Nair" userId="5347e10a-3688-4ebd-ad3b-da5deb6a5aff" providerId="ADAL" clId="{435CB9B6-11A8-4538-9B04-BC7D6BAF545A}" dt="2026-06-08T04:03:39.546" v="266" actId="20577"/>
        <pc:sldMkLst>
          <pc:docMk/>
          <pc:sldMk cId="0" sldId="256"/>
        </pc:sldMkLst>
        <pc:spChg chg="mod">
          <ac:chgData name="Visakh Nair" userId="5347e10a-3688-4ebd-ad3b-da5deb6a5aff" providerId="ADAL" clId="{435CB9B6-11A8-4538-9B04-BC7D6BAF545A}" dt="2026-06-08T03:49:56.305" v="130" actId="2711"/>
          <ac:spMkLst>
            <pc:docMk/>
            <pc:sldMk cId="0" sldId="256"/>
            <ac:spMk id="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3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4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5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69" creationId="{00000000-0000-0000-0000-000000000000}"/>
          </ac:spMkLst>
        </pc:spChg>
        <pc:spChg chg="mod">
          <ac:chgData name="Visakh Nair" userId="5347e10a-3688-4ebd-ad3b-da5deb6a5aff" providerId="ADAL" clId="{435CB9B6-11A8-4538-9B04-BC7D6BAF545A}" dt="2026-06-08T03:21:55.047" v="58" actId="1076"/>
          <ac:spMkLst>
            <pc:docMk/>
            <pc:sldMk cId="0" sldId="256"/>
            <ac:spMk id="7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7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8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9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0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1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2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3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4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5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6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7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1"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5" creationId="{00000000-0000-0000-0000-000000000000}"/>
          </ac:spMkLst>
        </pc:spChg>
        <pc:spChg chg="mod">
          <ac:chgData name="Visakh Nair" userId="5347e10a-3688-4ebd-ad3b-da5deb6a5aff" providerId="ADAL" clId="{435CB9B6-11A8-4538-9B04-BC7D6BAF545A}" dt="2026-06-08T04:01:33.130" v="253" actId="20577"/>
          <ac:spMkLst>
            <pc:docMk/>
            <pc:sldMk cId="0" sldId="256"/>
            <ac:spMk id="18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8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195" creationId="{00000000-0000-0000-0000-000000000000}"/>
          </ac:spMkLst>
        </pc:spChg>
        <pc:spChg chg="mod">
          <ac:chgData name="Visakh Nair" userId="5347e10a-3688-4ebd-ad3b-da5deb6a5aff" providerId="ADAL" clId="{435CB9B6-11A8-4538-9B04-BC7D6BAF545A}" dt="2026-06-08T04:02:22.542" v="256" actId="1076"/>
          <ac:spMkLst>
            <pc:docMk/>
            <pc:sldMk cId="0" sldId="256"/>
            <ac:spMk id="196" creationId="{00000000-0000-0000-0000-000000000000}"/>
          </ac:spMkLst>
        </pc:spChg>
        <pc:spChg chg="mod">
          <ac:chgData name="Visakh Nair" userId="5347e10a-3688-4ebd-ad3b-da5deb6a5aff" providerId="ADAL" clId="{435CB9B6-11A8-4538-9B04-BC7D6BAF545A}" dt="2026-06-08T04:03:39.546" v="266" actId="20577"/>
          <ac:spMkLst>
            <pc:docMk/>
            <pc:sldMk cId="0" sldId="256"/>
            <ac:spMk id="197" creationId="{00000000-0000-0000-0000-000000000000}"/>
          </ac:spMkLst>
        </pc:spChg>
        <pc:spChg chg="mod">
          <ac:chgData name="Visakh Nair" userId="5347e10a-3688-4ebd-ad3b-da5deb6a5aff" providerId="ADAL" clId="{435CB9B6-11A8-4538-9B04-BC7D6BAF545A}" dt="2026-06-08T04:02:16.242" v="255" actId="1076"/>
          <ac:spMkLst>
            <pc:docMk/>
            <pc:sldMk cId="0" sldId="256"/>
            <ac:spMk id="198" creationId="{00000000-0000-0000-0000-000000000000}"/>
          </ac:spMkLst>
        </pc:spChg>
        <pc:spChg chg="mod">
          <ac:chgData name="Visakh Nair" userId="5347e10a-3688-4ebd-ad3b-da5deb6a5aff" providerId="ADAL" clId="{435CB9B6-11A8-4538-9B04-BC7D6BAF545A}" dt="2026-06-08T03:09:15.001" v="7" actId="1076"/>
          <ac:spMkLst>
            <pc:docMk/>
            <pc:sldMk cId="0" sldId="256"/>
            <ac:spMk id="199"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01" creationId="{00000000-0000-0000-0000-000000000000}"/>
          </ac:spMkLst>
        </pc:spChg>
        <pc:spChg chg="mod">
          <ac:chgData name="Visakh Nair" userId="5347e10a-3688-4ebd-ad3b-da5deb6a5aff" providerId="ADAL" clId="{435CB9B6-11A8-4538-9B04-BC7D6BAF545A}" dt="2026-06-08T04:03:26.871" v="265" actId="1076"/>
          <ac:spMkLst>
            <pc:docMk/>
            <pc:sldMk cId="0" sldId="256"/>
            <ac:spMk id="202" creationId="{00000000-0000-0000-0000-000000000000}"/>
          </ac:spMkLst>
        </pc:spChg>
        <pc:spChg chg="mod">
          <ac:chgData name="Visakh Nair" userId="5347e10a-3688-4ebd-ad3b-da5deb6a5aff" providerId="ADAL" clId="{435CB9B6-11A8-4538-9B04-BC7D6BAF545A}" dt="2026-06-08T04:02:47.419" v="258" actId="1076"/>
          <ac:spMkLst>
            <pc:docMk/>
            <pc:sldMk cId="0" sldId="256"/>
            <ac:spMk id="203" creationId="{00000000-0000-0000-0000-000000000000}"/>
          </ac:spMkLst>
        </pc:spChg>
        <pc:spChg chg="mod">
          <ac:chgData name="Visakh Nair" userId="5347e10a-3688-4ebd-ad3b-da5deb6a5aff" providerId="ADAL" clId="{435CB9B6-11A8-4538-9B04-BC7D6BAF545A}" dt="2026-06-08T04:02:59.437" v="260" actId="1076"/>
          <ac:spMkLst>
            <pc:docMk/>
            <pc:sldMk cId="0" sldId="256"/>
            <ac:spMk id="204" creationId="{00000000-0000-0000-0000-000000000000}"/>
          </ac:spMkLst>
        </pc:spChg>
        <pc:spChg chg="mod">
          <ac:chgData name="Visakh Nair" userId="5347e10a-3688-4ebd-ad3b-da5deb6a5aff" providerId="ADAL" clId="{435CB9B6-11A8-4538-9B04-BC7D6BAF545A}" dt="2026-06-08T04:03:09.460" v="262" actId="1076"/>
          <ac:spMkLst>
            <pc:docMk/>
            <pc:sldMk cId="0" sldId="256"/>
            <ac:spMk id="205" creationId="{00000000-0000-0000-0000-000000000000}"/>
          </ac:spMkLst>
        </pc:spChg>
        <pc:spChg chg="mod">
          <ac:chgData name="Visakh Nair" userId="5347e10a-3688-4ebd-ad3b-da5deb6a5aff" providerId="ADAL" clId="{435CB9B6-11A8-4538-9B04-BC7D6BAF545A}" dt="2026-06-08T04:03:22.203" v="264" actId="1076"/>
          <ac:spMkLst>
            <pc:docMk/>
            <pc:sldMk cId="0" sldId="256"/>
            <ac:spMk id="206" creationId="{00000000-0000-0000-0000-000000000000}"/>
          </ac:spMkLst>
        </pc:spChg>
        <pc:spChg chg="mod">
          <ac:chgData name="Visakh Nair" userId="5347e10a-3688-4ebd-ad3b-da5deb6a5aff" providerId="ADAL" clId="{435CB9B6-11A8-4538-9B04-BC7D6BAF545A}" dt="2026-06-08T04:03:15.564" v="263" actId="1076"/>
          <ac:spMkLst>
            <pc:docMk/>
            <pc:sldMk cId="0" sldId="256"/>
            <ac:spMk id="207" creationId="{00000000-0000-0000-0000-000000000000}"/>
          </ac:spMkLst>
        </pc:spChg>
        <pc:spChg chg="del">
          <ac:chgData name="Visakh Nair" userId="5347e10a-3688-4ebd-ad3b-da5deb6a5aff" providerId="ADAL" clId="{435CB9B6-11A8-4538-9B04-BC7D6BAF545A}" dt="2026-06-08T03:41:15.049" v="81" actId="478"/>
          <ac:spMkLst>
            <pc:docMk/>
            <pc:sldMk cId="0" sldId="256"/>
            <ac:spMk id="209" creationId="{00000000-0000-0000-0000-000000000000}"/>
          </ac:spMkLst>
        </pc:spChg>
        <pc:spChg chg="del">
          <ac:chgData name="Visakh Nair" userId="5347e10a-3688-4ebd-ad3b-da5deb6a5aff" providerId="ADAL" clId="{435CB9B6-11A8-4538-9B04-BC7D6BAF545A}" dt="2026-06-08T03:41:11.754" v="80" actId="478"/>
          <ac:spMkLst>
            <pc:docMk/>
            <pc:sldMk cId="0" sldId="256"/>
            <ac:spMk id="21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1" creationId="{00000000-0000-0000-0000-000000000000}"/>
          </ac:spMkLst>
        </pc:spChg>
        <pc:spChg chg="del">
          <ac:chgData name="Visakh Nair" userId="5347e10a-3688-4ebd-ad3b-da5deb6a5aff" providerId="ADAL" clId="{435CB9B6-11A8-4538-9B04-BC7D6BAF545A}" dt="2026-06-08T03:41:18.093" v="82" actId="478"/>
          <ac:spMkLst>
            <pc:docMk/>
            <pc:sldMk cId="0" sldId="256"/>
            <ac:spMk id="21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4"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6"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18"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3"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5"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7"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29" creationId="{00000000-0000-0000-0000-000000000000}"/>
          </ac:spMkLst>
        </pc:spChg>
        <pc:spChg chg="mod">
          <ac:chgData name="Visakh Nair" userId="5347e10a-3688-4ebd-ad3b-da5deb6a5aff" providerId="ADAL" clId="{435CB9B6-11A8-4538-9B04-BC7D6BAF545A}" dt="2026-06-08T03:57:49.196" v="148" actId="1076"/>
          <ac:spMkLst>
            <pc:docMk/>
            <pc:sldMk cId="0" sldId="256"/>
            <ac:spMk id="230"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31" creationId="{00000000-0000-0000-0000-000000000000}"/>
          </ac:spMkLst>
        </pc:spChg>
        <pc:spChg chg="mod">
          <ac:chgData name="Visakh Nair" userId="5347e10a-3688-4ebd-ad3b-da5deb6a5aff" providerId="ADAL" clId="{435CB9B6-11A8-4538-9B04-BC7D6BAF545A}" dt="2026-06-08T03:59:11.792" v="156" actId="20577"/>
          <ac:spMkLst>
            <pc:docMk/>
            <pc:sldMk cId="0" sldId="256"/>
            <ac:spMk id="232" creationId="{00000000-0000-0000-0000-000000000000}"/>
          </ac:spMkLst>
        </pc:spChg>
        <pc:spChg chg="mod">
          <ac:chgData name="Visakh Nair" userId="5347e10a-3688-4ebd-ad3b-da5deb6a5aff" providerId="ADAL" clId="{435CB9B6-11A8-4538-9B04-BC7D6BAF545A}" dt="2026-06-08T03:49:24.855" v="129" actId="2711"/>
          <ac:spMkLst>
            <pc:docMk/>
            <pc:sldMk cId="0" sldId="256"/>
            <ac:spMk id="233" creationId="{00000000-0000-0000-0000-000000000000}"/>
          </ac:spMkLst>
        </pc:spChg>
        <pc:spChg chg="mod">
          <ac:chgData name="Visakh Nair" userId="5347e10a-3688-4ebd-ad3b-da5deb6a5aff" providerId="ADAL" clId="{435CB9B6-11A8-4538-9B04-BC7D6BAF545A}" dt="2026-06-08T03:57:59.596" v="149" actId="1076"/>
          <ac:spMkLst>
            <pc:docMk/>
            <pc:sldMk cId="0" sldId="256"/>
            <ac:spMk id="235" creationId="{00000000-0000-0000-0000-000000000000}"/>
          </ac:spMkLst>
        </pc:spChg>
        <pc:spChg chg="mod">
          <ac:chgData name="Visakh Nair" userId="5347e10a-3688-4ebd-ad3b-da5deb6a5aff" providerId="ADAL" clId="{435CB9B6-11A8-4538-9B04-BC7D6BAF545A}" dt="2026-06-08T03:59:26.503" v="178" actId="20577"/>
          <ac:spMkLst>
            <pc:docMk/>
            <pc:sldMk cId="0" sldId="256"/>
            <ac:spMk id="237" creationId="{00000000-0000-0000-0000-000000000000}"/>
          </ac:spMkLst>
        </pc:spChg>
        <pc:spChg chg="mod">
          <ac:chgData name="Visakh Nair" userId="5347e10a-3688-4ebd-ad3b-da5deb6a5aff" providerId="ADAL" clId="{435CB9B6-11A8-4538-9B04-BC7D6BAF545A}" dt="2026-06-08T03:58:50.545" v="153" actId="1076"/>
          <ac:spMkLst>
            <pc:docMk/>
            <pc:sldMk cId="0" sldId="256"/>
            <ac:spMk id="239" creationId="{00000000-0000-0000-0000-000000000000}"/>
          </ac:spMkLst>
        </pc:spChg>
        <pc:spChg chg="add mod">
          <ac:chgData name="Visakh Nair" userId="5347e10a-3688-4ebd-ad3b-da5deb6a5aff" providerId="ADAL" clId="{435CB9B6-11A8-4538-9B04-BC7D6BAF545A}" dt="2026-06-08T03:20:30.245" v="48" actId="1076"/>
          <ac:spMkLst>
            <pc:docMk/>
            <pc:sldMk cId="0" sldId="256"/>
            <ac:spMk id="242" creationId="{12EAD7CD-8F24-446F-9C31-69B80EEEB7D3}"/>
          </ac:spMkLst>
        </pc:spChg>
        <pc:spChg chg="add mod">
          <ac:chgData name="Visakh Nair" userId="5347e10a-3688-4ebd-ad3b-da5deb6a5aff" providerId="ADAL" clId="{435CB9B6-11A8-4538-9B04-BC7D6BAF545A}" dt="2026-06-08T03:49:24.855" v="129" actId="2711"/>
          <ac:spMkLst>
            <pc:docMk/>
            <pc:sldMk cId="0" sldId="256"/>
            <ac:spMk id="244" creationId="{2515C688-0ACD-4A6D-8F25-33F106B3A4FD}"/>
          </ac:spMkLst>
        </pc:spChg>
        <pc:spChg chg="add mod">
          <ac:chgData name="Visakh Nair" userId="5347e10a-3688-4ebd-ad3b-da5deb6a5aff" providerId="ADAL" clId="{435CB9B6-11A8-4538-9B04-BC7D6BAF545A}" dt="2026-06-08T03:22:11.614" v="61" actId="1076"/>
          <ac:spMkLst>
            <pc:docMk/>
            <pc:sldMk cId="0" sldId="256"/>
            <ac:spMk id="245" creationId="{1A7CEA83-3B63-4D5E-8338-01EC7BB9DC10}"/>
          </ac:spMkLst>
        </pc:spChg>
        <pc:spChg chg="add mod">
          <ac:chgData name="Visakh Nair" userId="5347e10a-3688-4ebd-ad3b-da5deb6a5aff" providerId="ADAL" clId="{435CB9B6-11A8-4538-9B04-BC7D6BAF545A}" dt="2026-06-08T03:49:24.855" v="129" actId="2711"/>
          <ac:spMkLst>
            <pc:docMk/>
            <pc:sldMk cId="0" sldId="256"/>
            <ac:spMk id="247" creationId="{CD81DA6A-A03C-47F4-A693-D0278918D4AF}"/>
          </ac:spMkLst>
        </pc:spChg>
        <pc:picChg chg="del">
          <ac:chgData name="Visakh Nair" userId="5347e10a-3688-4ebd-ad3b-da5deb6a5aff" providerId="ADAL" clId="{435CB9B6-11A8-4538-9B04-BC7D6BAF545A}" dt="2026-06-08T03:44:28.413" v="100" actId="478"/>
          <ac:picMkLst>
            <pc:docMk/>
            <pc:sldMk cId="0" sldId="256"/>
            <ac:picMk id="240" creationId="{00000000-0000-0000-0000-000000000000}"/>
          </ac:picMkLst>
        </pc:picChg>
        <pc:picChg chg="add mod">
          <ac:chgData name="Visakh Nair" userId="5347e10a-3688-4ebd-ad3b-da5deb6a5aff" providerId="ADAL" clId="{435CB9B6-11A8-4538-9B04-BC7D6BAF545A}" dt="2026-06-08T03:44:44.369" v="102" actId="1076"/>
          <ac:picMkLst>
            <pc:docMk/>
            <pc:sldMk cId="0" sldId="256"/>
            <ac:picMk id="248" creationId="{6A53AB25-EA8D-482F-808E-AEB0344CC1CD}"/>
          </ac:picMkLst>
        </pc:picChg>
      </pc:sldChg>
      <pc:sldChg chg="del">
        <pc:chgData name="Visakh Nair" userId="5347e10a-3688-4ebd-ad3b-da5deb6a5aff" providerId="ADAL" clId="{435CB9B6-11A8-4538-9B04-BC7D6BAF545A}" dt="2026-06-08T04:03:51.246" v="267" actId="2696"/>
        <pc:sldMkLst>
          <pc:docMk/>
          <pc:sldMk cId="4284685887" sldId="471"/>
        </pc:sldMkLst>
      </pc:sldChg>
    </pc:docChg>
  </pc:docChgLst>
  <pc:docChgLst>
    <pc:chgData name="Ruitong Li" userId="S::ruiton.li@mail.utoronto.ca::f41ed8ab-9709-48a0-a33c-940e22cb4344" providerId="AD" clId="Web-{984BF305-9C39-1D79-FC38-09AF350C704D}"/>
    <pc:docChg chg="addSld modSld">
      <pc:chgData name="Ruitong Li" userId="S::ruiton.li@mail.utoronto.ca::f41ed8ab-9709-48a0-a33c-940e22cb4344" providerId="AD" clId="Web-{984BF305-9C39-1D79-FC38-09AF350C704D}" dt="2026-06-08T18:57:57.781" v="50" actId="1076"/>
      <pc:docMkLst>
        <pc:docMk/>
      </pc:docMkLst>
      <pc:sldChg chg="addSp delSp modSp">
        <pc:chgData name="Ruitong Li" userId="S::ruiton.li@mail.utoronto.ca::f41ed8ab-9709-48a0-a33c-940e22cb4344" providerId="AD" clId="Web-{984BF305-9C39-1D79-FC38-09AF350C704D}" dt="2026-06-08T18:57:57.781" v="50" actId="1076"/>
        <pc:sldMkLst>
          <pc:docMk/>
          <pc:sldMk cId="399027737" sldId="460"/>
        </pc:sldMkLst>
        <pc:picChg chg="add del mod">
          <ac:chgData name="Ruitong Li" userId="S::ruiton.li@mail.utoronto.ca::f41ed8ab-9709-48a0-a33c-940e22cb4344" providerId="AD" clId="Web-{984BF305-9C39-1D79-FC38-09AF350C704D}" dt="2026-06-08T18:50:00.656" v="4"/>
          <ac:picMkLst>
            <pc:docMk/>
            <pc:sldMk cId="399027737" sldId="460"/>
            <ac:picMk id="2" creationId="{3EDE1B31-64E0-B140-431C-3B976727C138}"/>
          </ac:picMkLst>
        </pc:picChg>
        <pc:picChg chg="add mod">
          <ac:chgData name="Ruitong Li" userId="S::ruiton.li@mail.utoronto.ca::f41ed8ab-9709-48a0-a33c-940e22cb4344" providerId="AD" clId="Web-{984BF305-9C39-1D79-FC38-09AF350C704D}" dt="2026-06-08T18:57:57.781" v="50" actId="1076"/>
          <ac:picMkLst>
            <pc:docMk/>
            <pc:sldMk cId="399027737" sldId="460"/>
            <ac:picMk id="6" creationId="{48E57E0D-79E2-5791-370D-1D26C3F5E6F3}"/>
          </ac:picMkLst>
        </pc:picChg>
        <pc:picChg chg="del">
          <ac:chgData name="Ruitong Li" userId="S::ruiton.li@mail.utoronto.ca::f41ed8ab-9709-48a0-a33c-940e22cb4344" providerId="AD" clId="Web-{984BF305-9C39-1D79-FC38-09AF350C704D}" dt="2026-06-08T18:46:25.843" v="0"/>
          <ac:picMkLst>
            <pc:docMk/>
            <pc:sldMk cId="399027737" sldId="460"/>
            <ac:picMk id="9" creationId="{49661D18-6B70-7866-C967-E25D239E6951}"/>
          </ac:picMkLst>
        </pc:picChg>
      </pc:sldChg>
      <pc:sldChg chg="addSp delSp modSp">
        <pc:chgData name="Ruitong Li" userId="S::ruiton.li@mail.utoronto.ca::f41ed8ab-9709-48a0-a33c-940e22cb4344" providerId="AD" clId="Web-{984BF305-9C39-1D79-FC38-09AF350C704D}" dt="2026-06-08T18:53:29.343" v="10" actId="1076"/>
        <pc:sldMkLst>
          <pc:docMk/>
          <pc:sldMk cId="1736041582" sldId="474"/>
        </pc:sldMkLst>
        <pc:picChg chg="del">
          <ac:chgData name="Ruitong Li" userId="S::ruiton.li@mail.utoronto.ca::f41ed8ab-9709-48a0-a33c-940e22cb4344" providerId="AD" clId="Web-{984BF305-9C39-1D79-FC38-09AF350C704D}" dt="2026-06-08T18:50:05.578" v="5"/>
          <ac:picMkLst>
            <pc:docMk/>
            <pc:sldMk cId="1736041582" sldId="474"/>
            <ac:picMk id="2" creationId="{7E36EE5B-C3E1-B3C0-5BC5-8A39294C37B2}"/>
          </ac:picMkLst>
        </pc:picChg>
        <pc:picChg chg="add mod">
          <ac:chgData name="Ruitong Li" userId="S::ruiton.li@mail.utoronto.ca::f41ed8ab-9709-48a0-a33c-940e22cb4344" providerId="AD" clId="Web-{984BF305-9C39-1D79-FC38-09AF350C704D}" dt="2026-06-08T18:53:29.343" v="10" actId="1076"/>
          <ac:picMkLst>
            <pc:docMk/>
            <pc:sldMk cId="1736041582" sldId="474"/>
            <ac:picMk id="6" creationId="{417D25DB-161C-0313-6294-0B7E13EF0273}"/>
          </ac:picMkLst>
        </pc:picChg>
      </pc:sldChg>
      <pc:sldChg chg="delSp modSp add replId">
        <pc:chgData name="Ruitong Li" userId="S::ruiton.li@mail.utoronto.ca::f41ed8ab-9709-48a0-a33c-940e22cb4344" providerId="AD" clId="Web-{984BF305-9C39-1D79-FC38-09AF350C704D}" dt="2026-06-08T18:57:24.656" v="45"/>
        <pc:sldMkLst>
          <pc:docMk/>
          <pc:sldMk cId="1517316004" sldId="480"/>
        </pc:sldMkLst>
        <pc:spChg chg="mod">
          <ac:chgData name="Ruitong Li" userId="S::ruiton.li@mail.utoronto.ca::f41ed8ab-9709-48a0-a33c-940e22cb4344" providerId="AD" clId="Web-{984BF305-9C39-1D79-FC38-09AF350C704D}" dt="2026-06-08T18:57:22.125" v="44" actId="20577"/>
          <ac:spMkLst>
            <pc:docMk/>
            <pc:sldMk cId="1517316004" sldId="480"/>
            <ac:spMk id="5" creationId="{EE80ACF0-3808-F208-334D-A264652DB0A0}"/>
          </ac:spMkLst>
        </pc:spChg>
        <pc:picChg chg="del">
          <ac:chgData name="Ruitong Li" userId="S::ruiton.li@mail.utoronto.ca::f41ed8ab-9709-48a0-a33c-940e22cb4344" providerId="AD" clId="Web-{984BF305-9C39-1D79-FC38-09AF350C704D}" dt="2026-06-08T18:57:24.656" v="45"/>
          <ac:picMkLst>
            <pc:docMk/>
            <pc:sldMk cId="1517316004" sldId="480"/>
            <ac:picMk id="6" creationId="{6EF20733-23BB-19FF-9AB6-3028E716D610}"/>
          </ac:picMkLst>
        </pc:picChg>
      </pc:sldChg>
    </pc:docChg>
  </pc:docChgLst>
  <pc:docChgLst>
    <pc:chgData name="Samuel Kuti" userId="S::samuel.kuti@mail.utoronto.ca::6f7535a9-1d53-46b5-a9d4-d3637fdeb537" providerId="AD" clId="Web-{D76C013D-01DD-6A83-7A3C-0DEF1DB02EB1}"/>
    <pc:docChg chg="modSld">
      <pc:chgData name="Samuel Kuti" userId="S::samuel.kuti@mail.utoronto.ca::6f7535a9-1d53-46b5-a9d4-d3637fdeb537" providerId="AD" clId="Web-{D76C013D-01DD-6A83-7A3C-0DEF1DB02EB1}" dt="2026-06-08T04:18:47.355" v="31" actId="14100"/>
      <pc:docMkLst>
        <pc:docMk/>
      </pc:docMkLst>
      <pc:sldChg chg="modSp">
        <pc:chgData name="Samuel Kuti" userId="S::samuel.kuti@mail.utoronto.ca::6f7535a9-1d53-46b5-a9d4-d3637fdeb537" providerId="AD" clId="Web-{D76C013D-01DD-6A83-7A3C-0DEF1DB02EB1}" dt="2026-06-08T04:18:47.355" v="31" actId="14100"/>
        <pc:sldMkLst>
          <pc:docMk/>
          <pc:sldMk cId="2433026441" sldId="472"/>
        </pc:sldMkLst>
        <pc:spChg chg="mod">
          <ac:chgData name="Samuel Kuti" userId="S::samuel.kuti@mail.utoronto.ca::6f7535a9-1d53-46b5-a9d4-d3637fdeb537" providerId="AD" clId="Web-{D76C013D-01DD-6A83-7A3C-0DEF1DB02EB1}" dt="2026-06-08T04:18:47.355" v="31" actId="14100"/>
          <ac:spMkLst>
            <pc:docMk/>
            <pc:sldMk cId="2433026441" sldId="472"/>
            <ac:spMk id="4" creationId="{55E63DB0-597D-6CB0-F76D-EC7732084831}"/>
          </ac:spMkLst>
        </pc:spChg>
      </pc:sldChg>
    </pc:docChg>
  </pc:docChgLst>
  <pc:docChgLst>
    <pc:chgData name="Visakh Nair" userId="S::visakh.nair@utoronto.ca::5347e10a-3688-4ebd-ad3b-da5deb6a5aff" providerId="AD" clId="Web-{13B14F8C-1339-B759-8087-00C35F483514}"/>
    <pc:docChg chg="addSld delSld modSld addMainMaster delMainMaster">
      <pc:chgData name="Visakh Nair" userId="S::visakh.nair@utoronto.ca::5347e10a-3688-4ebd-ad3b-da5deb6a5aff" providerId="AD" clId="Web-{13B14F8C-1339-B759-8087-00C35F483514}" dt="2026-06-07T20:43:06.577" v="26"/>
      <pc:docMkLst>
        <pc:docMk/>
      </pc:docMkLst>
      <pc:sldChg chg="addSp delSp modSp add del">
        <pc:chgData name="Visakh Nair" userId="S::visakh.nair@utoronto.ca::5347e10a-3688-4ebd-ad3b-da5deb6a5aff" providerId="AD" clId="Web-{13B14F8C-1339-B759-8087-00C35F483514}" dt="2026-06-07T20:43:06.577" v="26"/>
        <pc:sldMkLst>
          <pc:docMk/>
          <pc:sldMk cId="0" sldId="256"/>
        </pc:sldMkLst>
        <pc:spChg chg="mod">
          <ac:chgData name="Visakh Nair" userId="S::visakh.nair@utoronto.ca::5347e10a-3688-4ebd-ad3b-da5deb6a5aff" providerId="AD" clId="Web-{13B14F8C-1339-B759-8087-00C35F483514}" dt="2026-06-07T20:42:55.186" v="23" actId="1076"/>
          <ac:spMkLst>
            <pc:docMk/>
            <pc:sldMk cId="0" sldId="256"/>
            <ac:spMk id="196" creationId="{00000000-0000-0000-0000-000000000000}"/>
          </ac:spMkLst>
        </pc:spChg>
        <pc:spChg chg="mod">
          <ac:chgData name="Visakh Nair" userId="S::visakh.nair@utoronto.ca::5347e10a-3688-4ebd-ad3b-da5deb6a5aff" providerId="AD" clId="Web-{13B14F8C-1339-B759-8087-00C35F483514}" dt="2026-06-07T20:42:47.655" v="20" actId="1076"/>
          <ac:spMkLst>
            <pc:docMk/>
            <pc:sldMk cId="0" sldId="256"/>
            <ac:spMk id="197" creationId="{00000000-0000-0000-0000-000000000000}"/>
          </ac:spMkLst>
        </pc:spChg>
        <pc:spChg chg="mod">
          <ac:chgData name="Visakh Nair" userId="S::visakh.nair@utoronto.ca::5347e10a-3688-4ebd-ad3b-da5deb6a5aff" providerId="AD" clId="Web-{13B14F8C-1339-B759-8087-00C35F483514}" dt="2026-06-07T20:42:44.983" v="17" actId="1076"/>
          <ac:spMkLst>
            <pc:docMk/>
            <pc:sldMk cId="0" sldId="256"/>
            <ac:spMk id="198" creationId="{00000000-0000-0000-0000-000000000000}"/>
          </ac:spMkLst>
        </pc:spChg>
        <pc:spChg chg="mod">
          <ac:chgData name="Visakh Nair" userId="S::visakh.nair@utoronto.ca::5347e10a-3688-4ebd-ad3b-da5deb6a5aff" providerId="AD" clId="Web-{13B14F8C-1339-B759-8087-00C35F483514}" dt="2026-06-07T20:42:32.795" v="16" actId="1076"/>
          <ac:spMkLst>
            <pc:docMk/>
            <pc:sldMk cId="0" sldId="256"/>
            <ac:spMk id="200" creationId="{00000000-0000-0000-0000-000000000000}"/>
          </ac:spMkLst>
        </pc:spChg>
        <pc:picChg chg="add del mod">
          <ac:chgData name="Visakh Nair" userId="S::visakh.nair@utoronto.ca::5347e10a-3688-4ebd-ad3b-da5deb6a5aff" providerId="AD" clId="Web-{13B14F8C-1339-B759-8087-00C35F483514}" dt="2026-06-07T20:43:05.155" v="25" actId="14100"/>
          <ac:picMkLst>
            <pc:docMk/>
            <pc:sldMk cId="0" sldId="256"/>
            <ac:picMk id="240" creationId="{00000000-0000-0000-0000-000000000000}"/>
          </ac:picMkLst>
        </pc:picChg>
      </pc:sldChg>
      <pc:sldChg chg="delSp modSp">
        <pc:chgData name="Visakh Nair" userId="S::visakh.nair@utoronto.ca::5347e10a-3688-4ebd-ad3b-da5deb6a5aff" providerId="AD" clId="Web-{13B14F8C-1339-B759-8087-00C35F483514}" dt="2026-06-07T20:16:09.777" v="2"/>
        <pc:sldMkLst>
          <pc:docMk/>
          <pc:sldMk cId="4284685887" sldId="471"/>
        </pc:sldMkLst>
        <pc:spChg chg="del mod">
          <ac:chgData name="Visakh Nair" userId="S::visakh.nair@utoronto.ca::5347e10a-3688-4ebd-ad3b-da5deb6a5aff" providerId="AD" clId="Web-{13B14F8C-1339-B759-8087-00C35F483514}" dt="2026-06-07T20:16:09.777" v="2"/>
          <ac:spMkLst>
            <pc:docMk/>
            <pc:sldMk cId="4284685887" sldId="471"/>
            <ac:spMk id="4" creationId="{4C392FD5-C20C-65C3-A87E-3801D96A00C1}"/>
          </ac:spMkLst>
        </pc:spChg>
      </pc:sldChg>
      <pc:sldMasterChg chg="add del addSldLayout delSldLayout">
        <pc:chgData name="Visakh Nair" userId="S::visakh.nair@utoronto.ca::5347e10a-3688-4ebd-ad3b-da5deb6a5aff" providerId="AD" clId="Web-{13B14F8C-1339-B759-8087-00C35F483514}" dt="2026-06-07T20:43:06.577" v="26"/>
        <pc:sldMasterMkLst>
          <pc:docMk/>
          <pc:sldMasterMk cId="0" sldId="2147483648"/>
        </pc:sldMasterMkLst>
        <pc:sldLayoutChg chg="add del">
          <pc:chgData name="Visakh Nair" userId="S::visakh.nair@utoronto.ca::5347e10a-3688-4ebd-ad3b-da5deb6a5aff" providerId="AD" clId="Web-{13B14F8C-1339-B759-8087-00C35F483514}" dt="2026-06-07T20:43:06.577" v="26"/>
          <pc:sldLayoutMkLst>
            <pc:docMk/>
            <pc:sldMasterMk cId="0" sldId="2147483648"/>
            <pc:sldLayoutMk cId="0" sldId="2147483649"/>
          </pc:sldLayoutMkLst>
        </pc:sldLayoutChg>
      </pc:sldMasterChg>
    </pc:docChg>
  </pc:docChgLst>
  <pc:docChgLst>
    <pc:chgData name="Zishu Fang" userId="S::zishu.fang@mail.utoronto.ca::ccdb7e42-3ff1-412e-9319-8fab4e35c7cb" providerId="AD" clId="Web-{1CBBF639-E25C-558A-FA48-58A943463AB1}"/>
    <pc:docChg chg="addSld delSld modSld">
      <pc:chgData name="Zishu Fang" userId="S::zishu.fang@mail.utoronto.ca::ccdb7e42-3ff1-412e-9319-8fab4e35c7cb" providerId="AD" clId="Web-{1CBBF639-E25C-558A-FA48-58A943463AB1}" dt="2026-06-07T20:48:08.619" v="160"/>
      <pc:docMkLst>
        <pc:docMk/>
      </pc:docMkLst>
      <pc:sldChg chg="addSp modSp modNotes">
        <pc:chgData name="Zishu Fang" userId="S::zishu.fang@mail.utoronto.ca::ccdb7e42-3ff1-412e-9319-8fab4e35c7cb" providerId="AD" clId="Web-{1CBBF639-E25C-558A-FA48-58A943463AB1}" dt="2026-06-07T20:48:08.619" v="160"/>
        <pc:sldMkLst>
          <pc:docMk/>
          <pc:sldMk cId="2453549040" sldId="464"/>
        </pc:sldMkLst>
        <pc:spChg chg="mod">
          <ac:chgData name="Zishu Fang" userId="S::zishu.fang@mail.utoronto.ca::ccdb7e42-3ff1-412e-9319-8fab4e35c7cb" providerId="AD" clId="Web-{1CBBF639-E25C-558A-FA48-58A943463AB1}" dt="2026-06-07T20:47:36.275" v="156" actId="20577"/>
          <ac:spMkLst>
            <pc:docMk/>
            <pc:sldMk cId="2453549040" sldId="464"/>
            <ac:spMk id="4" creationId="{735510D7-6DFB-98BB-BDC6-9EFEB97C3C9D}"/>
          </ac:spMkLst>
        </pc:spChg>
        <pc:spChg chg="add">
          <ac:chgData name="Zishu Fang" userId="S::zishu.fang@mail.utoronto.ca::ccdb7e42-3ff1-412e-9319-8fab4e35c7cb" providerId="AD" clId="Web-{1CBBF639-E25C-558A-FA48-58A943463AB1}" dt="2026-06-07T20:45:36.508" v="127"/>
          <ac:spMkLst>
            <pc:docMk/>
            <pc:sldMk cId="2453549040" sldId="464"/>
            <ac:spMk id="7" creationId="{9B2D6609-3001-BC43-79FC-F32D6E5E8839}"/>
          </ac:spMkLst>
        </pc:spChg>
        <pc:graphicFrameChg chg="add mod modGraphic">
          <ac:chgData name="Zishu Fang" userId="S::zishu.fang@mail.utoronto.ca::ccdb7e42-3ff1-412e-9319-8fab4e35c7cb" providerId="AD" clId="Web-{1CBBF639-E25C-558A-FA48-58A943463AB1}" dt="2026-06-07T20:48:08.619" v="160"/>
          <ac:graphicFrameMkLst>
            <pc:docMk/>
            <pc:sldMk cId="2453549040" sldId="464"/>
            <ac:graphicFrameMk id="9" creationId="{94B8956D-D173-B659-C9DD-1E17B846E329}"/>
          </ac:graphicFrameMkLst>
        </pc:graphicFrameChg>
      </pc:sldChg>
      <pc:sldChg chg="delSp modSp add del modNotes">
        <pc:chgData name="Zishu Fang" userId="S::zishu.fang@mail.utoronto.ca::ccdb7e42-3ff1-412e-9319-8fab4e35c7cb" providerId="AD" clId="Web-{1CBBF639-E25C-558A-FA48-58A943463AB1}" dt="2026-06-07T20:46:44.587" v="140"/>
        <pc:sldMkLst>
          <pc:docMk/>
          <pc:sldMk cId="372288864" sldId="474"/>
        </pc:sldMkLst>
        <pc:spChg chg="mod">
          <ac:chgData name="Zishu Fang" userId="S::zishu.fang@mail.utoronto.ca::ccdb7e42-3ff1-412e-9319-8fab4e35c7cb" providerId="AD" clId="Web-{1CBBF639-E25C-558A-FA48-58A943463AB1}" dt="2026-06-07T20:37:11.347" v="6" actId="20577"/>
          <ac:spMkLst>
            <pc:docMk/>
            <pc:sldMk cId="372288864" sldId="474"/>
            <ac:spMk id="5" creationId="{405BFAAB-4F14-FC2D-E560-F77E54048DF9}"/>
          </ac:spMkLst>
        </pc:spChg>
        <pc:spChg chg="del">
          <ac:chgData name="Zishu Fang" userId="S::zishu.fang@mail.utoronto.ca::ccdb7e42-3ff1-412e-9319-8fab4e35c7cb" providerId="AD" clId="Web-{1CBBF639-E25C-558A-FA48-58A943463AB1}" dt="2026-06-07T20:38:22.459" v="20"/>
          <ac:spMkLst>
            <pc:docMk/>
            <pc:sldMk cId="372288864" sldId="474"/>
            <ac:spMk id="7" creationId="{A654E6B7-091C-EB4B-DAE5-24838D6F7C4D}"/>
          </ac:spMkLst>
        </pc:spChg>
        <pc:graphicFrameChg chg="mod modGraphic">
          <ac:chgData name="Zishu Fang" userId="S::zishu.fang@mail.utoronto.ca::ccdb7e42-3ff1-412e-9319-8fab4e35c7cb" providerId="AD" clId="Web-{1CBBF639-E25C-558A-FA48-58A943463AB1}" dt="2026-06-07T20:43:55.117" v="100"/>
          <ac:graphicFrameMkLst>
            <pc:docMk/>
            <pc:sldMk cId="372288864" sldId="474"/>
            <ac:graphicFrameMk id="2" creationId="{F178B125-6BB6-C391-ADBF-27B479E6FCF7}"/>
          </ac:graphicFrameMkLst>
        </pc:graphicFrameChg>
      </pc:sldChg>
    </pc:docChg>
  </pc:docChgLst>
  <pc:docChgLst>
    <pc:chgData name="Sayf Syed" userId="S::sayf.syed@mail.utoronto.ca::2824b458-88d4-43f3-9fd1-e75d3347bbca" providerId="AD" clId="Web-{AAD828C7-CEF6-833E-37BC-3A6DBA97E523}"/>
    <pc:docChg chg="modSld">
      <pc:chgData name="Sayf Syed" userId="S::sayf.syed@mail.utoronto.ca::2824b458-88d4-43f3-9fd1-e75d3347bbca" providerId="AD" clId="Web-{AAD828C7-CEF6-833E-37BC-3A6DBA97E523}" dt="2026-06-07T21:39:35.908" v="50" actId="20577"/>
      <pc:docMkLst>
        <pc:docMk/>
      </pc:docMkLst>
      <pc:sldChg chg="modSp">
        <pc:chgData name="Sayf Syed" userId="S::sayf.syed@mail.utoronto.ca::2824b458-88d4-43f3-9fd1-e75d3347bbca" providerId="AD" clId="Web-{AAD828C7-CEF6-833E-37BC-3A6DBA97E523}" dt="2026-06-07T21:39:35.908" v="50" actId="20577"/>
        <pc:sldMkLst>
          <pc:docMk/>
          <pc:sldMk cId="3120085574" sldId="459"/>
        </pc:sldMkLst>
        <pc:spChg chg="mod">
          <ac:chgData name="Sayf Syed" userId="S::sayf.syed@mail.utoronto.ca::2824b458-88d4-43f3-9fd1-e75d3347bbca" providerId="AD" clId="Web-{AAD828C7-CEF6-833E-37BC-3A6DBA97E523}" dt="2026-06-07T21:39:35.908" v="50" actId="20577"/>
          <ac:spMkLst>
            <pc:docMk/>
            <pc:sldMk cId="3120085574" sldId="459"/>
            <ac:spMk id="4" creationId="{8FA972FF-276F-D4B0-5444-92FD7FD2047B}"/>
          </ac:spMkLst>
        </pc:spChg>
        <pc:spChg chg="mod">
          <ac:chgData name="Sayf Syed" userId="S::sayf.syed@mail.utoronto.ca::2824b458-88d4-43f3-9fd1-e75d3347bbca" providerId="AD" clId="Web-{AAD828C7-CEF6-833E-37BC-3A6DBA97E523}" dt="2026-06-07T21:39:27.080" v="48" actId="20577"/>
          <ac:spMkLst>
            <pc:docMk/>
            <pc:sldMk cId="3120085574" sldId="459"/>
            <ac:spMk id="5" creationId="{EBF165D6-4D0A-E5A5-3343-7692D2B2D946}"/>
          </ac:spMkLst>
        </pc:spChg>
      </pc:sldChg>
      <pc:sldChg chg="addSp delSp modSp">
        <pc:chgData name="Sayf Syed" userId="S::sayf.syed@mail.utoronto.ca::2824b458-88d4-43f3-9fd1-e75d3347bbca" providerId="AD" clId="Web-{AAD828C7-CEF6-833E-37BC-3A6DBA97E523}" dt="2026-06-07T20:19:45.530" v="9"/>
        <pc:sldMkLst>
          <pc:docMk/>
          <pc:sldMk cId="504763693" sldId="473"/>
        </pc:sldMkLst>
        <pc:spChg chg="mod">
          <ac:chgData name="Sayf Syed" userId="S::sayf.syed@mail.utoronto.ca::2824b458-88d4-43f3-9fd1-e75d3347bbca" providerId="AD" clId="Web-{AAD828C7-CEF6-833E-37BC-3A6DBA97E523}" dt="2026-06-07T20:18:15.091" v="4" actId="20577"/>
          <ac:spMkLst>
            <pc:docMk/>
            <pc:sldMk cId="504763693" sldId="473"/>
            <ac:spMk id="5" creationId="{1FFF05C1-8600-4BA7-739B-6D94CEE9B4E0}"/>
          </ac:spMkLst>
        </pc:spChg>
        <pc:spChg chg="add del mod">
          <ac:chgData name="Sayf Syed" userId="S::sayf.syed@mail.utoronto.ca::2824b458-88d4-43f3-9fd1-e75d3347bbca" providerId="AD" clId="Web-{AAD828C7-CEF6-833E-37BC-3A6DBA97E523}" dt="2026-06-07T20:19:45.530" v="9"/>
          <ac:spMkLst>
            <pc:docMk/>
            <pc:sldMk cId="504763693" sldId="473"/>
            <ac:spMk id="6" creationId="{0BB9A7D3-FE87-3E0E-8D6E-6209F8662352}"/>
          </ac:spMkLst>
        </pc:spChg>
        <pc:spChg chg="mod">
          <ac:chgData name="Sayf Syed" userId="S::sayf.syed@mail.utoronto.ca::2824b458-88d4-43f3-9fd1-e75d3347bbca" providerId="AD" clId="Web-{AAD828C7-CEF6-833E-37BC-3A6DBA97E523}" dt="2026-06-07T20:18:24.716" v="5" actId="20577"/>
          <ac:spMkLst>
            <pc:docMk/>
            <pc:sldMk cId="504763693" sldId="473"/>
            <ac:spMk id="7" creationId="{911D945A-FA9F-234C-C366-EBA4915BABB3}"/>
          </ac:spMkLst>
        </pc:spChg>
      </pc:sldChg>
    </pc:docChg>
  </pc:docChgLst>
  <pc:docChgLst>
    <pc:chgData name="Zishu Fang" userId="S::zishu.fang@mail.utoronto.ca::ccdb7e42-3ff1-412e-9319-8fab4e35c7cb" providerId="AD" clId="Web-{F5FB86BB-C05D-4D4C-4506-089CC6453B0E}"/>
    <pc:docChg chg="addSld delSld modSld">
      <pc:chgData name="Zishu Fang" userId="S::zishu.fang@mail.utoronto.ca::ccdb7e42-3ff1-412e-9319-8fab4e35c7cb" providerId="AD" clId="Web-{F5FB86BB-C05D-4D4C-4506-089CC6453B0E}" dt="2026-06-08T16:46:38.161" v="430"/>
      <pc:docMkLst>
        <pc:docMk/>
      </pc:docMkLst>
      <pc:sldChg chg="addSp delSp modSp del">
        <pc:chgData name="Zishu Fang" userId="S::zishu.fang@mail.utoronto.ca::ccdb7e42-3ff1-412e-9319-8fab4e35c7cb" providerId="AD" clId="Web-{F5FB86BB-C05D-4D4C-4506-089CC6453B0E}" dt="2026-06-08T16:45:38.505" v="407"/>
        <pc:sldMkLst>
          <pc:docMk/>
          <pc:sldMk cId="2453549040" sldId="464"/>
        </pc:sldMkLst>
        <pc:graphicFrameChg chg="add del mod">
          <ac:chgData name="Zishu Fang" userId="S::zishu.fang@mail.utoronto.ca::ccdb7e42-3ff1-412e-9319-8fab4e35c7cb" providerId="AD" clId="Web-{F5FB86BB-C05D-4D4C-4506-089CC6453B0E}" dt="2026-06-08T16:38:54.662" v="36"/>
          <ac:graphicFrameMkLst>
            <pc:docMk/>
            <pc:sldMk cId="2453549040" sldId="464"/>
            <ac:graphicFrameMk id="8" creationId="{618EDEF0-E76D-88EE-9826-283DD06ECFB3}"/>
          </ac:graphicFrameMkLst>
        </pc:graphicFrameChg>
        <pc:graphicFrameChg chg="add del mod modGraphic">
          <ac:chgData name="Zishu Fang" userId="S::zishu.fang@mail.utoronto.ca::ccdb7e42-3ff1-412e-9319-8fab4e35c7cb" providerId="AD" clId="Web-{F5FB86BB-C05D-4D4C-4506-089CC6453B0E}" dt="2026-06-08T16:42:34.177" v="310"/>
          <ac:graphicFrameMkLst>
            <pc:docMk/>
            <pc:sldMk cId="2453549040" sldId="464"/>
            <ac:graphicFrameMk id="9" creationId="{94B8956D-D173-B659-C9DD-1E17B846E329}"/>
          </ac:graphicFrameMkLst>
        </pc:graphicFrameChg>
        <pc:graphicFrameChg chg="add del mod">
          <ac:chgData name="Zishu Fang" userId="S::zishu.fang@mail.utoronto.ca::ccdb7e42-3ff1-412e-9319-8fab4e35c7cb" providerId="AD" clId="Web-{F5FB86BB-C05D-4D4C-4506-089CC6453B0E}" dt="2026-06-08T16:39:36.631" v="108"/>
          <ac:graphicFrameMkLst>
            <pc:docMk/>
            <pc:sldMk cId="2453549040" sldId="464"/>
            <ac:graphicFrameMk id="11" creationId="{D3CFE562-092C-CFCD-25BB-EE914FFC99D7}"/>
          </ac:graphicFrameMkLst>
        </pc:graphicFrameChg>
        <pc:graphicFrameChg chg="add del mod">
          <ac:chgData name="Zishu Fang" userId="S::zishu.fang@mail.utoronto.ca::ccdb7e42-3ff1-412e-9319-8fab4e35c7cb" providerId="AD" clId="Web-{F5FB86BB-C05D-4D4C-4506-089CC6453B0E}" dt="2026-06-08T16:39:59.693" v="146"/>
          <ac:graphicFrameMkLst>
            <pc:docMk/>
            <pc:sldMk cId="2453549040" sldId="464"/>
            <ac:graphicFrameMk id="13" creationId="{1666CAD6-3758-3BEB-8DE1-D16266BD43AE}"/>
          </ac:graphicFrameMkLst>
        </pc:graphicFrameChg>
        <pc:graphicFrameChg chg="add mod modGraphic">
          <ac:chgData name="Zishu Fang" userId="S::zishu.fang@mail.utoronto.ca::ccdb7e42-3ff1-412e-9319-8fab4e35c7cb" providerId="AD" clId="Web-{F5FB86BB-C05D-4D4C-4506-089CC6453B0E}" dt="2026-06-08T16:44:29.067" v="398"/>
          <ac:graphicFrameMkLst>
            <pc:docMk/>
            <pc:sldMk cId="2453549040" sldId="464"/>
            <ac:graphicFrameMk id="15" creationId="{D03E977B-D0C8-DEC8-F47C-7BB9AC37D898}"/>
          </ac:graphicFrameMkLst>
        </pc:graphicFrameChg>
      </pc:sldChg>
      <pc:sldChg chg="addSp delSp modSp add replId">
        <pc:chgData name="Zishu Fang" userId="S::zishu.fang@mail.utoronto.ca::ccdb7e42-3ff1-412e-9319-8fab4e35c7cb" providerId="AD" clId="Web-{F5FB86BB-C05D-4D4C-4506-089CC6453B0E}" dt="2026-06-08T16:46:15.005" v="426"/>
        <pc:sldMkLst>
          <pc:docMk/>
          <pc:sldMk cId="529643717" sldId="475"/>
        </pc:sldMkLst>
        <pc:graphicFrameChg chg="add mod modGraphic">
          <ac:chgData name="Zishu Fang" userId="S::zishu.fang@mail.utoronto.ca::ccdb7e42-3ff1-412e-9319-8fab4e35c7cb" providerId="AD" clId="Web-{F5FB86BB-C05D-4D4C-4506-089CC6453B0E}" dt="2026-06-08T16:46:15.005" v="426"/>
          <ac:graphicFrameMkLst>
            <pc:docMk/>
            <pc:sldMk cId="529643717" sldId="475"/>
            <ac:graphicFrameMk id="8" creationId="{E0FC6CB8-717D-920D-8894-3371EF503968}"/>
          </ac:graphicFrameMkLst>
        </pc:graphicFrameChg>
        <pc:graphicFrameChg chg="del">
          <ac:chgData name="Zishu Fang" userId="S::zishu.fang@mail.utoronto.ca::ccdb7e42-3ff1-412e-9319-8fab4e35c7cb" providerId="AD" clId="Web-{F5FB86BB-C05D-4D4C-4506-089CC6453B0E}" dt="2026-06-08T16:45:08.317" v="403"/>
          <ac:graphicFrameMkLst>
            <pc:docMk/>
            <pc:sldMk cId="529643717" sldId="475"/>
            <ac:graphicFrameMk id="9" creationId="{F3DDE6DA-EA75-EEA0-55D6-A057361398ED}"/>
          </ac:graphicFrameMkLst>
        </pc:graphicFrameChg>
        <pc:graphicFrameChg chg="del mod modGraphic">
          <ac:chgData name="Zishu Fang" userId="S::zishu.fang@mail.utoronto.ca::ccdb7e42-3ff1-412e-9319-8fab4e35c7cb" providerId="AD" clId="Web-{F5FB86BB-C05D-4D4C-4506-089CC6453B0E}" dt="2026-06-08T16:45:07.333" v="402"/>
          <ac:graphicFrameMkLst>
            <pc:docMk/>
            <pc:sldMk cId="529643717" sldId="475"/>
            <ac:graphicFrameMk id="15" creationId="{B17292DE-D675-DC5D-973D-BC011B097B78}"/>
          </ac:graphicFrameMkLst>
        </pc:graphicFrameChg>
      </pc:sldChg>
      <pc:sldChg chg="delSp modSp add mod replId modShow">
        <pc:chgData name="Zishu Fang" userId="S::zishu.fang@mail.utoronto.ca::ccdb7e42-3ff1-412e-9319-8fab4e35c7cb" providerId="AD" clId="Web-{F5FB86BB-C05D-4D4C-4506-089CC6453B0E}" dt="2026-06-08T16:46:38.161" v="430"/>
        <pc:sldMkLst>
          <pc:docMk/>
          <pc:sldMk cId="1956584579" sldId="476"/>
        </pc:sldMkLst>
        <pc:graphicFrameChg chg="del mod modGraphic">
          <ac:chgData name="Zishu Fang" userId="S::zishu.fang@mail.utoronto.ca::ccdb7e42-3ff1-412e-9319-8fab4e35c7cb" providerId="AD" clId="Web-{F5FB86BB-C05D-4D4C-4506-089CC6453B0E}" dt="2026-06-08T16:46:27.864" v="429"/>
          <ac:graphicFrameMkLst>
            <pc:docMk/>
            <pc:sldMk cId="1956584579" sldId="476"/>
            <ac:graphicFrameMk id="15" creationId="{95FA9853-C4CD-1DCA-8140-9A3207AF440D}"/>
          </ac:graphicFrameMkLst>
        </pc:graphicFrameChg>
      </pc:sldChg>
    </pc:docChg>
  </pc:docChgLst>
  <pc:docChgLst>
    <pc:chgData name="Ruitong Li" userId="S::ruiton.li@mail.utoronto.ca::f41ed8ab-9709-48a0-a33c-940e22cb4344" providerId="AD" clId="Web-{E18838BF-D806-B03C-4C87-529B301948E9}"/>
    <pc:docChg chg="addSld modSld">
      <pc:chgData name="Ruitong Li" userId="S::ruiton.li@mail.utoronto.ca::f41ed8ab-9709-48a0-a33c-940e22cb4344" providerId="AD" clId="Web-{E18838BF-D806-B03C-4C87-529B301948E9}" dt="2026-06-08T06:07:07.846" v="45" actId="1076"/>
      <pc:docMkLst>
        <pc:docMk/>
      </pc:docMkLst>
      <pc:sldChg chg="addSp delSp modSp">
        <pc:chgData name="Ruitong Li" userId="S::ruiton.li@mail.utoronto.ca::f41ed8ab-9709-48a0-a33c-940e22cb4344" providerId="AD" clId="Web-{E18838BF-D806-B03C-4C87-529B301948E9}" dt="2026-06-08T06:07:07.846" v="45" actId="1076"/>
        <pc:sldMkLst>
          <pc:docMk/>
          <pc:sldMk cId="399027737" sldId="460"/>
        </pc:sldMkLst>
        <pc:picChg chg="add del mod">
          <ac:chgData name="Ruitong Li" userId="S::ruiton.li@mail.utoronto.ca::f41ed8ab-9709-48a0-a33c-940e22cb4344" providerId="AD" clId="Web-{E18838BF-D806-B03C-4C87-529B301948E9}" dt="2026-06-08T05:41:25.408" v="28"/>
          <ac:picMkLst>
            <pc:docMk/>
            <pc:sldMk cId="399027737" sldId="460"/>
            <ac:picMk id="2" creationId="{94A319E0-0144-D8C1-C8F2-990EF5F8AEA4}"/>
          </ac:picMkLst>
        </pc:picChg>
        <pc:picChg chg="add del mod">
          <ac:chgData name="Ruitong Li" userId="S::ruiton.li@mail.utoronto.ca::f41ed8ab-9709-48a0-a33c-940e22cb4344" providerId="AD" clId="Web-{E18838BF-D806-B03C-4C87-529B301948E9}" dt="2026-06-08T05:46:36.627" v="35"/>
          <ac:picMkLst>
            <pc:docMk/>
            <pc:sldMk cId="399027737" sldId="460"/>
            <ac:picMk id="7" creationId="{89ECA389-89B8-ABF9-562A-FBE9A5451E5D}"/>
          </ac:picMkLst>
        </pc:picChg>
        <pc:picChg chg="add del mod">
          <ac:chgData name="Ruitong Li" userId="S::ruiton.li@mail.utoronto.ca::f41ed8ab-9709-48a0-a33c-940e22cb4344" providerId="AD" clId="Web-{E18838BF-D806-B03C-4C87-529B301948E9}" dt="2026-06-08T06:06:53.143" v="42"/>
          <ac:picMkLst>
            <pc:docMk/>
            <pc:sldMk cId="399027737" sldId="460"/>
            <ac:picMk id="8" creationId="{2C8233E2-2D95-4F40-279C-D140E7CE0121}"/>
          </ac:picMkLst>
        </pc:picChg>
        <pc:picChg chg="add mod">
          <ac:chgData name="Ruitong Li" userId="S::ruiton.li@mail.utoronto.ca::f41ed8ab-9709-48a0-a33c-940e22cb4344" providerId="AD" clId="Web-{E18838BF-D806-B03C-4C87-529B301948E9}" dt="2026-06-08T06:07:07.846" v="45" actId="1076"/>
          <ac:picMkLst>
            <pc:docMk/>
            <pc:sldMk cId="399027737" sldId="460"/>
            <ac:picMk id="9" creationId="{49661D18-6B70-7866-C967-E25D239E6951}"/>
          </ac:picMkLst>
        </pc:picChg>
      </pc:sldChg>
      <pc:sldChg chg="addSp modSp add replId">
        <pc:chgData name="Ruitong Li" userId="S::ruiton.li@mail.utoronto.ca::f41ed8ab-9709-48a0-a33c-940e22cb4344" providerId="AD" clId="Web-{E18838BF-D806-B03C-4C87-529B301948E9}" dt="2026-06-08T05:41:33.579" v="31"/>
        <pc:sldMkLst>
          <pc:docMk/>
          <pc:sldMk cId="1736041582" sldId="474"/>
        </pc:sldMkLst>
        <pc:spChg chg="mod">
          <ac:chgData name="Ruitong Li" userId="S::ruiton.li@mail.utoronto.ca::f41ed8ab-9709-48a0-a33c-940e22cb4344" providerId="AD" clId="Web-{E18838BF-D806-B03C-4C87-529B301948E9}" dt="2026-06-08T05:41:17.548" v="27" actId="20577"/>
          <ac:spMkLst>
            <pc:docMk/>
            <pc:sldMk cId="1736041582" sldId="474"/>
            <ac:spMk id="5" creationId="{ABC88BC4-30D7-A7BC-89E7-CDB58E0A2591}"/>
          </ac:spMkLst>
        </pc:spChg>
        <pc:picChg chg="add mod modCrop">
          <ac:chgData name="Ruitong Li" userId="S::ruiton.li@mail.utoronto.ca::f41ed8ab-9709-48a0-a33c-940e22cb4344" providerId="AD" clId="Web-{E18838BF-D806-B03C-4C87-529B301948E9}" dt="2026-06-08T05:41:33.579" v="31"/>
          <ac:picMkLst>
            <pc:docMk/>
            <pc:sldMk cId="1736041582" sldId="474"/>
            <ac:picMk id="2" creationId="{7E36EE5B-C3E1-B3C0-5BC5-8A39294C37B2}"/>
          </ac:picMkLst>
        </pc:picChg>
      </pc:sldChg>
    </pc:docChg>
  </pc:docChgLst>
  <pc:docChgLst>
    <pc:chgData name="Laura Sievewright-Johnston" userId="1d779b81-c6e4-4072-b1b8-910b8c06bc85" providerId="ADAL" clId="{06FDB961-B966-4CC6-AEC1-79E9EC3C72E8}"/>
    <pc:docChg chg="undo custSel addSld delSld modSld sldOrd">
      <pc:chgData name="Laura Sievewright-Johnston" userId="1d779b81-c6e4-4072-b1b8-910b8c06bc85" providerId="ADAL" clId="{06FDB961-B966-4CC6-AEC1-79E9EC3C72E8}" dt="2026-06-08T19:01:02.155" v="4358" actId="20577"/>
      <pc:docMkLst>
        <pc:docMk/>
      </pc:docMkLst>
      <pc:sldChg chg="addSp delSp modSp mod">
        <pc:chgData name="Laura Sievewright-Johnston" userId="1d779b81-c6e4-4072-b1b8-910b8c06bc85" providerId="ADAL" clId="{06FDB961-B966-4CC6-AEC1-79E9EC3C72E8}" dt="2026-06-08T18:18:21.173" v="3563"/>
        <pc:sldMkLst>
          <pc:docMk/>
          <pc:sldMk cId="0" sldId="256"/>
        </pc:sldMkLst>
        <pc:picChg chg="add mod">
          <ac:chgData name="Laura Sievewright-Johnston" userId="1d779b81-c6e4-4072-b1b8-910b8c06bc85" providerId="ADAL" clId="{06FDB961-B966-4CC6-AEC1-79E9EC3C72E8}" dt="2026-06-08T18:18:21.173" v="3563"/>
          <ac:picMkLst>
            <pc:docMk/>
            <pc:sldMk cId="0" sldId="256"/>
            <ac:picMk id="209" creationId="{AA43A910-2EE2-A904-136F-94C51B74720A}"/>
          </ac:picMkLst>
        </pc:picChg>
        <pc:picChg chg="del">
          <ac:chgData name="Laura Sievewright-Johnston" userId="1d779b81-c6e4-4072-b1b8-910b8c06bc85" providerId="ADAL" clId="{06FDB961-B966-4CC6-AEC1-79E9EC3C72E8}" dt="2026-06-08T18:18:20.427" v="3562" actId="478"/>
          <ac:picMkLst>
            <pc:docMk/>
            <pc:sldMk cId="0" sldId="256"/>
            <ac:picMk id="248" creationId="{6A53AB25-EA8D-482F-808E-AEB0344CC1CD}"/>
          </ac:picMkLst>
        </pc:picChg>
      </pc:sldChg>
      <pc:sldChg chg="addSp delSp modSp mod">
        <pc:chgData name="Laura Sievewright-Johnston" userId="1d779b81-c6e4-4072-b1b8-910b8c06bc85" providerId="ADAL" clId="{06FDB961-B966-4CC6-AEC1-79E9EC3C72E8}" dt="2026-06-08T18:24:47.914" v="3681" actId="20577"/>
        <pc:sldMkLst>
          <pc:docMk/>
          <pc:sldMk cId="2722849612" sldId="262"/>
        </pc:sldMkLst>
        <pc:spChg chg="mod">
          <ac:chgData name="Laura Sievewright-Johnston" userId="1d779b81-c6e4-4072-b1b8-910b8c06bc85" providerId="ADAL" clId="{06FDB961-B966-4CC6-AEC1-79E9EC3C72E8}" dt="2026-06-08T18:24:47.914" v="3681" actId="20577"/>
          <ac:spMkLst>
            <pc:docMk/>
            <pc:sldMk cId="2722849612" sldId="262"/>
            <ac:spMk id="2" creationId="{FC8D2E6D-81CD-1647-80F4-8D3C970C84D0}"/>
          </ac:spMkLst>
        </pc:spChg>
        <pc:spChg chg="mod">
          <ac:chgData name="Laura Sievewright-Johnston" userId="1d779b81-c6e4-4072-b1b8-910b8c06bc85" providerId="ADAL" clId="{06FDB961-B966-4CC6-AEC1-79E9EC3C72E8}" dt="2026-06-07T18:39:00.409" v="877" actId="20577"/>
          <ac:spMkLst>
            <pc:docMk/>
            <pc:sldMk cId="2722849612" sldId="262"/>
            <ac:spMk id="3" creationId="{6671CCF2-222F-4C42-B1FC-7B329B64085E}"/>
          </ac:spMkLst>
        </pc:spChg>
        <pc:picChg chg="add del">
          <ac:chgData name="Laura Sievewright-Johnston" userId="1d779b81-c6e4-4072-b1b8-910b8c06bc85" providerId="ADAL" clId="{06FDB961-B966-4CC6-AEC1-79E9EC3C72E8}" dt="2026-06-07T19:30:48.887" v="1215" actId="478"/>
          <ac:picMkLst>
            <pc:docMk/>
            <pc:sldMk cId="2722849612" sldId="262"/>
            <ac:picMk id="6" creationId="{F0E80070-7F60-CB2D-F022-C088CDD11CEE}"/>
          </ac:picMkLst>
        </pc:picChg>
      </pc:sldChg>
      <pc:sldChg chg="del">
        <pc:chgData name="Laura Sievewright-Johnston" userId="1d779b81-c6e4-4072-b1b8-910b8c06bc85" providerId="ADAL" clId="{06FDB961-B966-4CC6-AEC1-79E9EC3C72E8}" dt="2026-06-07T18:35:40.292" v="461" actId="47"/>
        <pc:sldMkLst>
          <pc:docMk/>
          <pc:sldMk cId="1498974775" sldId="278"/>
        </pc:sldMkLst>
      </pc:sldChg>
      <pc:sldChg chg="del">
        <pc:chgData name="Laura Sievewright-Johnston" userId="1d779b81-c6e4-4072-b1b8-910b8c06bc85" providerId="ADAL" clId="{06FDB961-B966-4CC6-AEC1-79E9EC3C72E8}" dt="2026-06-07T18:35:37.331" v="460" actId="47"/>
        <pc:sldMkLst>
          <pc:docMk/>
          <pc:sldMk cId="2125688473" sldId="280"/>
        </pc:sldMkLst>
      </pc:sldChg>
      <pc:sldChg chg="addSp delSp modSp mod">
        <pc:chgData name="Laura Sievewright-Johnston" userId="1d779b81-c6e4-4072-b1b8-910b8c06bc85" providerId="ADAL" clId="{06FDB961-B966-4CC6-AEC1-79E9EC3C72E8}" dt="2026-06-08T18:40:08.047" v="4004" actId="14100"/>
        <pc:sldMkLst>
          <pc:docMk/>
          <pc:sldMk cId="3499909214" sldId="291"/>
        </pc:sldMkLst>
        <pc:spChg chg="mod">
          <ac:chgData name="Laura Sievewright-Johnston" userId="1d779b81-c6e4-4072-b1b8-910b8c06bc85" providerId="ADAL" clId="{06FDB961-B966-4CC6-AEC1-79E9EC3C72E8}" dt="2026-06-08T18:40:08.047" v="4004" actId="14100"/>
          <ac:spMkLst>
            <pc:docMk/>
            <pc:sldMk cId="3499909214" sldId="291"/>
            <ac:spMk id="3" creationId="{BEA656B0-2A4A-B146-8D53-C15C91FB70B9}"/>
          </ac:spMkLst>
        </pc:spChg>
        <pc:spChg chg="del mod">
          <ac:chgData name="Laura Sievewright-Johnston" userId="1d779b81-c6e4-4072-b1b8-910b8c06bc85" providerId="ADAL" clId="{06FDB961-B966-4CC6-AEC1-79E9EC3C72E8}" dt="2026-06-07T18:21:56.848" v="73" actId="478"/>
          <ac:spMkLst>
            <pc:docMk/>
            <pc:sldMk cId="3499909214" sldId="291"/>
            <ac:spMk id="4" creationId="{2ABD153F-25FA-004D-962B-637C488C185C}"/>
          </ac:spMkLst>
        </pc:spChg>
        <pc:spChg chg="del mod">
          <ac:chgData name="Laura Sievewright-Johnston" userId="1d779b81-c6e4-4072-b1b8-910b8c06bc85" providerId="ADAL" clId="{06FDB961-B966-4CC6-AEC1-79E9EC3C72E8}" dt="2026-06-07T18:21:53.074" v="71" actId="478"/>
          <ac:spMkLst>
            <pc:docMk/>
            <pc:sldMk cId="3499909214" sldId="291"/>
            <ac:spMk id="5" creationId="{20B1E11D-AF52-EB42-9B1F-B34A4DD5DE3E}"/>
          </ac:spMkLst>
        </pc:spChg>
        <pc:spChg chg="mod">
          <ac:chgData name="Laura Sievewright-Johnston" userId="1d779b81-c6e4-4072-b1b8-910b8c06bc85" providerId="ADAL" clId="{06FDB961-B966-4CC6-AEC1-79E9EC3C72E8}" dt="2026-06-07T19:32:51.248" v="1320" actId="27636"/>
          <ac:spMkLst>
            <pc:docMk/>
            <pc:sldMk cId="3499909214" sldId="291"/>
            <ac:spMk id="6" creationId="{4E3A77AF-5DA9-E148-8314-B4F478A2B718}"/>
          </ac:spMkLst>
        </pc:spChg>
        <pc:spChg chg="add mod">
          <ac:chgData name="Laura Sievewright-Johnston" userId="1d779b81-c6e4-4072-b1b8-910b8c06bc85" providerId="ADAL" clId="{06FDB961-B966-4CC6-AEC1-79E9EC3C72E8}" dt="2026-06-07T19:32:32.765" v="1310"/>
          <ac:spMkLst>
            <pc:docMk/>
            <pc:sldMk cId="3499909214" sldId="291"/>
            <ac:spMk id="8" creationId="{052D0BC0-5080-B438-6CCA-B554BF566010}"/>
          </ac:spMkLst>
        </pc:spChg>
        <pc:spChg chg="add mod">
          <ac:chgData name="Laura Sievewright-Johnston" userId="1d779b81-c6e4-4072-b1b8-910b8c06bc85" providerId="ADAL" clId="{06FDB961-B966-4CC6-AEC1-79E9EC3C72E8}" dt="2026-06-07T19:33:24.278" v="1365" actId="1076"/>
          <ac:spMkLst>
            <pc:docMk/>
            <pc:sldMk cId="3499909214" sldId="291"/>
            <ac:spMk id="9" creationId="{84F7D216-C938-FFCC-1AB9-3B40708811D1}"/>
          </ac:spMkLst>
        </pc:spChg>
        <pc:picChg chg="add del mod">
          <ac:chgData name="Laura Sievewright-Johnston" userId="1d779b81-c6e4-4072-b1b8-910b8c06bc85" providerId="ADAL" clId="{06FDB961-B966-4CC6-AEC1-79E9EC3C72E8}" dt="2026-06-08T18:16:42.335" v="3545" actId="478"/>
          <ac:picMkLst>
            <pc:docMk/>
            <pc:sldMk cId="3499909214" sldId="291"/>
            <ac:picMk id="7" creationId="{A801B916-6893-C71E-6ACD-80702887DB45}"/>
          </ac:picMkLst>
        </pc:picChg>
        <pc:picChg chg="add mod">
          <ac:chgData name="Laura Sievewright-Johnston" userId="1d779b81-c6e4-4072-b1b8-910b8c06bc85" providerId="ADAL" clId="{06FDB961-B966-4CC6-AEC1-79E9EC3C72E8}" dt="2026-06-08T18:16:42.994" v="3546"/>
          <ac:picMkLst>
            <pc:docMk/>
            <pc:sldMk cId="3499909214" sldId="291"/>
            <ac:picMk id="10" creationId="{FFE2A3E9-FE48-7238-5AB8-02205068B0B9}"/>
          </ac:picMkLst>
        </pc:picChg>
      </pc:sldChg>
      <pc:sldChg chg="del">
        <pc:chgData name="Laura Sievewright-Johnston" userId="1d779b81-c6e4-4072-b1b8-910b8c06bc85" providerId="ADAL" clId="{06FDB961-B966-4CC6-AEC1-79E9EC3C72E8}" dt="2026-06-07T19:36:42.907" v="1370" actId="47"/>
        <pc:sldMkLst>
          <pc:docMk/>
          <pc:sldMk cId="1930329878" sldId="294"/>
        </pc:sldMkLst>
      </pc:sldChg>
      <pc:sldChg chg="del">
        <pc:chgData name="Laura Sievewright-Johnston" userId="1d779b81-c6e4-4072-b1b8-910b8c06bc85" providerId="ADAL" clId="{06FDB961-B966-4CC6-AEC1-79E9EC3C72E8}" dt="2026-06-07T19:36:41.269" v="1368" actId="47"/>
        <pc:sldMkLst>
          <pc:docMk/>
          <pc:sldMk cId="83869652" sldId="298"/>
        </pc:sldMkLst>
      </pc:sldChg>
      <pc:sldChg chg="del">
        <pc:chgData name="Laura Sievewright-Johnston" userId="1d779b81-c6e4-4072-b1b8-910b8c06bc85" providerId="ADAL" clId="{06FDB961-B966-4CC6-AEC1-79E9EC3C72E8}" dt="2026-06-07T18:35:36" v="458" actId="47"/>
        <pc:sldMkLst>
          <pc:docMk/>
          <pc:sldMk cId="3643640514" sldId="301"/>
        </pc:sldMkLst>
      </pc:sldChg>
      <pc:sldChg chg="del">
        <pc:chgData name="Laura Sievewright-Johnston" userId="1d779b81-c6e4-4072-b1b8-910b8c06bc85" providerId="ADAL" clId="{06FDB961-B966-4CC6-AEC1-79E9EC3C72E8}" dt="2026-06-07T19:36:41.866" v="1369" actId="47"/>
        <pc:sldMkLst>
          <pc:docMk/>
          <pc:sldMk cId="1261022622" sldId="302"/>
        </pc:sldMkLst>
      </pc:sldChg>
      <pc:sldChg chg="addSp delSp modSp del mod">
        <pc:chgData name="Laura Sievewright-Johnston" userId="1d779b81-c6e4-4072-b1b8-910b8c06bc85" providerId="ADAL" clId="{06FDB961-B966-4CC6-AEC1-79E9EC3C72E8}" dt="2026-06-07T18:30:15.582" v="235" actId="47"/>
        <pc:sldMkLst>
          <pc:docMk/>
          <pc:sldMk cId="333219772" sldId="304"/>
        </pc:sldMkLst>
        <pc:spChg chg="mod">
          <ac:chgData name="Laura Sievewright-Johnston" userId="1d779b81-c6e4-4072-b1b8-910b8c06bc85" providerId="ADAL" clId="{06FDB961-B966-4CC6-AEC1-79E9EC3C72E8}" dt="2026-06-07T18:29:56.991" v="234" actId="20577"/>
          <ac:spMkLst>
            <pc:docMk/>
            <pc:sldMk cId="333219772" sldId="304"/>
            <ac:spMk id="4" creationId="{9C20FFB5-A753-2741-92F3-124A93FFA15E}"/>
          </ac:spMkLst>
        </pc:spChg>
        <pc:picChg chg="add del">
          <ac:chgData name="Laura Sievewright-Johnston" userId="1d779b81-c6e4-4072-b1b8-910b8c06bc85" providerId="ADAL" clId="{06FDB961-B966-4CC6-AEC1-79E9EC3C72E8}" dt="2026-06-07T18:25:53.144" v="76" actId="21"/>
          <ac:picMkLst>
            <pc:docMk/>
            <pc:sldMk cId="333219772" sldId="304"/>
            <ac:picMk id="5" creationId="{A801B916-6893-C71E-6ACD-80702887DB45}"/>
          </ac:picMkLst>
        </pc:picChg>
      </pc:sldChg>
      <pc:sldChg chg="modSp del mod">
        <pc:chgData name="Laura Sievewright-Johnston" userId="1d779b81-c6e4-4072-b1b8-910b8c06bc85" providerId="ADAL" clId="{06FDB961-B966-4CC6-AEC1-79E9EC3C72E8}" dt="2026-06-07T19:20:00.284" v="1135" actId="47"/>
        <pc:sldMkLst>
          <pc:docMk/>
          <pc:sldMk cId="2952999304" sldId="307"/>
        </pc:sldMkLst>
        <pc:spChg chg="mod">
          <ac:chgData name="Laura Sievewright-Johnston" userId="1d779b81-c6e4-4072-b1b8-910b8c06bc85" providerId="ADAL" clId="{06FDB961-B966-4CC6-AEC1-79E9EC3C72E8}" dt="2026-06-07T18:32:20.431" v="452" actId="20577"/>
          <ac:spMkLst>
            <pc:docMk/>
            <pc:sldMk cId="2952999304" sldId="307"/>
            <ac:spMk id="2" creationId="{E4B23AEC-55A3-2D41-B042-105A018759DE}"/>
          </ac:spMkLst>
        </pc:spChg>
        <pc:spChg chg="mod">
          <ac:chgData name="Laura Sievewright-Johnston" userId="1d779b81-c6e4-4072-b1b8-910b8c06bc85" providerId="ADAL" clId="{06FDB961-B966-4CC6-AEC1-79E9EC3C72E8}" dt="2026-06-07T18:31:51.883" v="451" actId="20577"/>
          <ac:spMkLst>
            <pc:docMk/>
            <pc:sldMk cId="2952999304" sldId="307"/>
            <ac:spMk id="4" creationId="{0FBC7B86-0FEF-8349-94F3-0501B3B8B14C}"/>
          </ac:spMkLst>
        </pc:spChg>
        <pc:spChg chg="mod">
          <ac:chgData name="Laura Sievewright-Johnston" userId="1d779b81-c6e4-4072-b1b8-910b8c06bc85" providerId="ADAL" clId="{06FDB961-B966-4CC6-AEC1-79E9EC3C72E8}" dt="2026-06-07T18:30:26.722" v="264" actId="20577"/>
          <ac:spMkLst>
            <pc:docMk/>
            <pc:sldMk cId="2952999304" sldId="307"/>
            <ac:spMk id="5" creationId="{C36E3B17-6DDB-4240-A27A-9D56B7F1AE26}"/>
          </ac:spMkLst>
        </pc:spChg>
      </pc:sldChg>
      <pc:sldChg chg="del">
        <pc:chgData name="Laura Sievewright-Johnston" userId="1d779b81-c6e4-4072-b1b8-910b8c06bc85" providerId="ADAL" clId="{06FDB961-B966-4CC6-AEC1-79E9EC3C72E8}" dt="2026-06-07T18:32:28.359" v="453" actId="47"/>
        <pc:sldMkLst>
          <pc:docMk/>
          <pc:sldMk cId="1602163678" sldId="308"/>
        </pc:sldMkLst>
      </pc:sldChg>
      <pc:sldChg chg="del">
        <pc:chgData name="Laura Sievewright-Johnston" userId="1d779b81-c6e4-4072-b1b8-910b8c06bc85" providerId="ADAL" clId="{06FDB961-B966-4CC6-AEC1-79E9EC3C72E8}" dt="2026-06-07T19:36:44.086" v="1371" actId="47"/>
        <pc:sldMkLst>
          <pc:docMk/>
          <pc:sldMk cId="2327004626" sldId="310"/>
        </pc:sldMkLst>
      </pc:sldChg>
      <pc:sldChg chg="addSp delSp modSp mod ord">
        <pc:chgData name="Laura Sievewright-Johnston" userId="1d779b81-c6e4-4072-b1b8-910b8c06bc85" providerId="ADAL" clId="{06FDB961-B966-4CC6-AEC1-79E9EC3C72E8}" dt="2026-06-08T18:56:32.916" v="4304" actId="20577"/>
        <pc:sldMkLst>
          <pc:docMk/>
          <pc:sldMk cId="2438285098" sldId="323"/>
        </pc:sldMkLst>
        <pc:spChg chg="mod">
          <ac:chgData name="Laura Sievewright-Johnston" userId="1d779b81-c6e4-4072-b1b8-910b8c06bc85" providerId="ADAL" clId="{06FDB961-B966-4CC6-AEC1-79E9EC3C72E8}" dt="2026-06-07T19:43:00.082" v="1785" actId="20577"/>
          <ac:spMkLst>
            <pc:docMk/>
            <pc:sldMk cId="2438285098" sldId="323"/>
            <ac:spMk id="3" creationId="{C7AB6FDE-F4E5-9541-B546-E2CE962DFFC1}"/>
          </ac:spMkLst>
        </pc:spChg>
        <pc:spChg chg="mod">
          <ac:chgData name="Laura Sievewright-Johnston" userId="1d779b81-c6e4-4072-b1b8-910b8c06bc85" providerId="ADAL" clId="{06FDB961-B966-4CC6-AEC1-79E9EC3C72E8}" dt="2026-06-08T18:52:34.938" v="4239" actId="6549"/>
          <ac:spMkLst>
            <pc:docMk/>
            <pc:sldMk cId="2438285098" sldId="323"/>
            <ac:spMk id="5" creationId="{6CBC8F2A-6E52-3246-9606-F424DECA42F2}"/>
          </ac:spMkLst>
        </pc:spChg>
        <pc:spChg chg="add mod">
          <ac:chgData name="Laura Sievewright-Johnston" userId="1d779b81-c6e4-4072-b1b8-910b8c06bc85" providerId="ADAL" clId="{06FDB961-B966-4CC6-AEC1-79E9EC3C72E8}" dt="2026-06-08T18:27:13.566" v="3841" actId="20577"/>
          <ac:spMkLst>
            <pc:docMk/>
            <pc:sldMk cId="2438285098" sldId="323"/>
            <ac:spMk id="6" creationId="{CDBC8112-53DF-3C0D-1850-5080C5E28AF0}"/>
          </ac:spMkLst>
        </pc:spChg>
        <pc:spChg chg="mod">
          <ac:chgData name="Laura Sievewright-Johnston" userId="1d779b81-c6e4-4072-b1b8-910b8c06bc85" providerId="ADAL" clId="{06FDB961-B966-4CC6-AEC1-79E9EC3C72E8}" dt="2026-06-08T18:53:10.926" v="4287" actId="20577"/>
          <ac:spMkLst>
            <pc:docMk/>
            <pc:sldMk cId="2438285098" sldId="323"/>
            <ac:spMk id="7" creationId="{626F7CFD-65B5-8241-9EB5-48CADDBB6AB4}"/>
          </ac:spMkLst>
        </pc:spChg>
        <pc:spChg chg="add mod">
          <ac:chgData name="Laura Sievewright-Johnston" userId="1d779b81-c6e4-4072-b1b8-910b8c06bc85" providerId="ADAL" clId="{06FDB961-B966-4CC6-AEC1-79E9EC3C72E8}" dt="2026-06-08T18:30:03.152" v="3992" actId="1076"/>
          <ac:spMkLst>
            <pc:docMk/>
            <pc:sldMk cId="2438285098" sldId="323"/>
            <ac:spMk id="8" creationId="{A32E2684-D962-73C9-57A5-920D6042464A}"/>
          </ac:spMkLst>
        </pc:spChg>
        <pc:spChg chg="mod">
          <ac:chgData name="Laura Sievewright-Johnston" userId="1d779b81-c6e4-4072-b1b8-910b8c06bc85" providerId="ADAL" clId="{06FDB961-B966-4CC6-AEC1-79E9EC3C72E8}" dt="2026-06-08T18:53:18.196" v="4290" actId="20577"/>
          <ac:spMkLst>
            <pc:docMk/>
            <pc:sldMk cId="2438285098" sldId="323"/>
            <ac:spMk id="9" creationId="{37181BAE-5E83-8041-85A4-F57605AAF5A5}"/>
          </ac:spMkLst>
        </pc:spChg>
        <pc:spChg chg="add mod">
          <ac:chgData name="Laura Sievewright-Johnston" userId="1d779b81-c6e4-4072-b1b8-910b8c06bc85" providerId="ADAL" clId="{06FDB961-B966-4CC6-AEC1-79E9EC3C72E8}" dt="2026-06-08T18:56:32.916" v="4304" actId="20577"/>
          <ac:spMkLst>
            <pc:docMk/>
            <pc:sldMk cId="2438285098" sldId="323"/>
            <ac:spMk id="10" creationId="{DCBF84FF-3F96-1BF2-D427-2C4C6A72E329}"/>
          </ac:spMkLst>
        </pc:spChg>
        <pc:spChg chg="mod">
          <ac:chgData name="Laura Sievewright-Johnston" userId="1d779b81-c6e4-4072-b1b8-910b8c06bc85" providerId="ADAL" clId="{06FDB961-B966-4CC6-AEC1-79E9EC3C72E8}" dt="2026-06-08T18:52:38.342" v="4241" actId="6549"/>
          <ac:spMkLst>
            <pc:docMk/>
            <pc:sldMk cId="2438285098" sldId="323"/>
            <ac:spMk id="11" creationId="{E991D4D9-FA25-6D42-8D80-032C38D73D5F}"/>
          </ac:spMkLst>
        </pc:spChg>
        <pc:spChg chg="add mod">
          <ac:chgData name="Laura Sievewright-Johnston" userId="1d779b81-c6e4-4072-b1b8-910b8c06bc85" providerId="ADAL" clId="{06FDB961-B966-4CC6-AEC1-79E9EC3C72E8}" dt="2026-06-08T18:56:15.121" v="4302"/>
          <ac:spMkLst>
            <pc:docMk/>
            <pc:sldMk cId="2438285098" sldId="323"/>
            <ac:spMk id="13" creationId="{79980D2D-1C0F-A21F-2469-18B429CB2F49}"/>
          </ac:spMkLst>
        </pc:spChg>
        <pc:spChg chg="add mod">
          <ac:chgData name="Laura Sievewright-Johnston" userId="1d779b81-c6e4-4072-b1b8-910b8c06bc85" providerId="ADAL" clId="{06FDB961-B966-4CC6-AEC1-79E9EC3C72E8}" dt="2026-06-08T18:55:51.919" v="4300"/>
          <ac:spMkLst>
            <pc:docMk/>
            <pc:sldMk cId="2438285098" sldId="323"/>
            <ac:spMk id="14" creationId="{4A85E0C6-C63F-E440-9B1A-01573EDF7855}"/>
          </ac:spMkLst>
        </pc:spChg>
        <pc:spChg chg="add del mod">
          <ac:chgData name="Laura Sievewright-Johnston" userId="1d779b81-c6e4-4072-b1b8-910b8c06bc85" providerId="ADAL" clId="{06FDB961-B966-4CC6-AEC1-79E9EC3C72E8}" dt="2026-06-08T18:54:02.982" v="4291" actId="22"/>
          <ac:spMkLst>
            <pc:docMk/>
            <pc:sldMk cId="2438285098" sldId="323"/>
            <ac:spMk id="17" creationId="{80F8C91F-6000-3E1B-C587-4FF6DF94F122}"/>
          </ac:spMkLst>
        </pc:spChg>
        <pc:spChg chg="add del mod">
          <ac:chgData name="Laura Sievewright-Johnston" userId="1d779b81-c6e4-4072-b1b8-910b8c06bc85" providerId="ADAL" clId="{06FDB961-B966-4CC6-AEC1-79E9EC3C72E8}" dt="2026-06-08T18:54:24.264" v="4294"/>
          <ac:spMkLst>
            <pc:docMk/>
            <pc:sldMk cId="2438285098" sldId="323"/>
            <ac:spMk id="19" creationId="{50636B60-AE3D-FD4F-B0C9-BF87F7642A94}"/>
          </ac:spMkLst>
        </pc:spChg>
        <pc:spChg chg="add del mod">
          <ac:chgData name="Laura Sievewright-Johnston" userId="1d779b81-c6e4-4072-b1b8-910b8c06bc85" providerId="ADAL" clId="{06FDB961-B966-4CC6-AEC1-79E9EC3C72E8}" dt="2026-06-08T18:54:19.758" v="4293"/>
          <ac:spMkLst>
            <pc:docMk/>
            <pc:sldMk cId="2438285098" sldId="323"/>
            <ac:spMk id="21" creationId="{1325FBBA-C1B9-45F3-B918-3898B8A6105D}"/>
          </ac:spMkLst>
        </pc:spChg>
        <pc:spChg chg="add del mod">
          <ac:chgData name="Laura Sievewright-Johnston" userId="1d779b81-c6e4-4072-b1b8-910b8c06bc85" providerId="ADAL" clId="{06FDB961-B966-4CC6-AEC1-79E9EC3C72E8}" dt="2026-06-08T18:54:42.008" v="4297"/>
          <ac:spMkLst>
            <pc:docMk/>
            <pc:sldMk cId="2438285098" sldId="323"/>
            <ac:spMk id="24" creationId="{3B2D113C-0656-940C-E8D9-BCD31134E928}"/>
          </ac:spMkLst>
        </pc:spChg>
        <pc:picChg chg="add mod">
          <ac:chgData name="Laura Sievewright-Johnston" userId="1d779b81-c6e4-4072-b1b8-910b8c06bc85" providerId="ADAL" clId="{06FDB961-B966-4CC6-AEC1-79E9EC3C72E8}" dt="2026-06-08T18:18:10.187" v="3559"/>
          <ac:picMkLst>
            <pc:docMk/>
            <pc:sldMk cId="2438285098" sldId="323"/>
            <ac:picMk id="4" creationId="{2EF3BDA3-2215-4761-C3DC-140611AD77C7}"/>
          </ac:picMkLst>
        </pc:picChg>
        <pc:picChg chg="del">
          <ac:chgData name="Laura Sievewright-Johnston" userId="1d779b81-c6e4-4072-b1b8-910b8c06bc85" providerId="ADAL" clId="{06FDB961-B966-4CC6-AEC1-79E9EC3C72E8}" dt="2026-06-08T18:30:35.460" v="3999" actId="478"/>
          <ac:picMkLst>
            <pc:docMk/>
            <pc:sldMk cId="2438285098" sldId="323"/>
            <ac:picMk id="12" creationId="{F7CCAE23-01F2-1A4B-8FD5-00DE96101E4E}"/>
          </ac:picMkLst>
        </pc:picChg>
        <pc:picChg chg="del">
          <ac:chgData name="Laura Sievewright-Johnston" userId="1d779b81-c6e4-4072-b1b8-910b8c06bc85" providerId="ADAL" clId="{06FDB961-B966-4CC6-AEC1-79E9EC3C72E8}" dt="2026-06-08T18:30:39.777" v="4002" actId="478"/>
          <ac:picMkLst>
            <pc:docMk/>
            <pc:sldMk cId="2438285098" sldId="323"/>
            <ac:picMk id="16" creationId="{889B0050-B77E-034D-BE10-D0C5C5E17F3A}"/>
          </ac:picMkLst>
        </pc:picChg>
        <pc:picChg chg="del">
          <ac:chgData name="Laura Sievewright-Johnston" userId="1d779b81-c6e4-4072-b1b8-910b8c06bc85" providerId="ADAL" clId="{06FDB961-B966-4CC6-AEC1-79E9EC3C72E8}" dt="2026-06-08T18:30:36.970" v="4000" actId="478"/>
          <ac:picMkLst>
            <pc:docMk/>
            <pc:sldMk cId="2438285098" sldId="323"/>
            <ac:picMk id="23" creationId="{F3A5B437-4019-8842-847C-69B645267DE8}"/>
          </ac:picMkLst>
        </pc:picChg>
        <pc:picChg chg="add mod ord">
          <ac:chgData name="Laura Sievewright-Johnston" userId="1d779b81-c6e4-4072-b1b8-910b8c06bc85" providerId="ADAL" clId="{06FDB961-B966-4CC6-AEC1-79E9EC3C72E8}" dt="2026-06-08T18:54:10.304" v="4292" actId="11530"/>
          <ac:picMkLst>
            <pc:docMk/>
            <pc:sldMk cId="2438285098" sldId="323"/>
            <ac:picMk id="26" creationId="{922C3ECA-1A08-9700-B538-FAC3464C7248}"/>
          </ac:picMkLst>
        </pc:picChg>
        <pc:picChg chg="add mod">
          <ac:chgData name="Laura Sievewright-Johnston" userId="1d779b81-c6e4-4072-b1b8-910b8c06bc85" providerId="ADAL" clId="{06FDB961-B966-4CC6-AEC1-79E9EC3C72E8}" dt="2026-06-08T18:54:19.758" v="4293"/>
          <ac:picMkLst>
            <pc:docMk/>
            <pc:sldMk cId="2438285098" sldId="323"/>
            <ac:picMk id="27" creationId="{0766C9F8-4593-FEB2-D487-E21C023C4153}"/>
          </ac:picMkLst>
        </pc:picChg>
        <pc:picChg chg="del">
          <ac:chgData name="Laura Sievewright-Johnston" userId="1d779b81-c6e4-4072-b1b8-910b8c06bc85" providerId="ADAL" clId="{06FDB961-B966-4CC6-AEC1-79E9EC3C72E8}" dt="2026-06-08T18:30:38.370" v="4001" actId="478"/>
          <ac:picMkLst>
            <pc:docMk/>
            <pc:sldMk cId="2438285098" sldId="323"/>
            <ac:picMk id="28" creationId="{15AA29FC-D21B-214E-B69E-4B4C14BEAEA2}"/>
          </ac:picMkLst>
        </pc:picChg>
        <pc:picChg chg="add mod">
          <ac:chgData name="Laura Sievewright-Johnston" userId="1d779b81-c6e4-4072-b1b8-910b8c06bc85" providerId="ADAL" clId="{06FDB961-B966-4CC6-AEC1-79E9EC3C72E8}" dt="2026-06-08T18:54:24.264" v="4294"/>
          <ac:picMkLst>
            <pc:docMk/>
            <pc:sldMk cId="2438285098" sldId="323"/>
            <ac:picMk id="29" creationId="{A0243E7E-6F58-185F-20F9-9AA080EF3A96}"/>
          </ac:picMkLst>
        </pc:picChg>
        <pc:picChg chg="add mod">
          <ac:chgData name="Laura Sievewright-Johnston" userId="1d779b81-c6e4-4072-b1b8-910b8c06bc85" providerId="ADAL" clId="{06FDB961-B966-4CC6-AEC1-79E9EC3C72E8}" dt="2026-06-08T18:54:36.802" v="4296"/>
          <ac:picMkLst>
            <pc:docMk/>
            <pc:sldMk cId="2438285098" sldId="323"/>
            <ac:picMk id="30" creationId="{14E551CB-7A8A-FD29-B6C1-37AD61C5177B}"/>
          </ac:picMkLst>
        </pc:picChg>
        <pc:picChg chg="add mod">
          <ac:chgData name="Laura Sievewright-Johnston" userId="1d779b81-c6e4-4072-b1b8-910b8c06bc85" providerId="ADAL" clId="{06FDB961-B966-4CC6-AEC1-79E9EC3C72E8}" dt="2026-06-08T18:54:42.008" v="4297"/>
          <ac:picMkLst>
            <pc:docMk/>
            <pc:sldMk cId="2438285098" sldId="323"/>
            <ac:picMk id="31" creationId="{993DF3AB-F992-829B-A4CC-797D7FC90806}"/>
          </ac:picMkLst>
        </pc:picChg>
      </pc:sldChg>
      <pc:sldChg chg="del">
        <pc:chgData name="Laura Sievewright-Johnston" userId="1d779b81-c6e4-4072-b1b8-910b8c06bc85" providerId="ADAL" clId="{06FDB961-B966-4CC6-AEC1-79E9EC3C72E8}" dt="2026-06-07T19:36:49.996" v="1377" actId="47"/>
        <pc:sldMkLst>
          <pc:docMk/>
          <pc:sldMk cId="2302525636" sldId="324"/>
        </pc:sldMkLst>
      </pc:sldChg>
      <pc:sldChg chg="del">
        <pc:chgData name="Laura Sievewright-Johnston" userId="1d779b81-c6e4-4072-b1b8-910b8c06bc85" providerId="ADAL" clId="{06FDB961-B966-4CC6-AEC1-79E9EC3C72E8}" dt="2026-06-07T19:36:48.822" v="1376" actId="47"/>
        <pc:sldMkLst>
          <pc:docMk/>
          <pc:sldMk cId="1752107520" sldId="325"/>
        </pc:sldMkLst>
      </pc:sldChg>
      <pc:sldChg chg="del">
        <pc:chgData name="Laura Sievewright-Johnston" userId="1d779b81-c6e4-4072-b1b8-910b8c06bc85" providerId="ADAL" clId="{06FDB961-B966-4CC6-AEC1-79E9EC3C72E8}" dt="2026-06-07T20:04:08.355" v="2300" actId="47"/>
        <pc:sldMkLst>
          <pc:docMk/>
          <pc:sldMk cId="1847899138" sldId="327"/>
        </pc:sldMkLst>
      </pc:sldChg>
      <pc:sldChg chg="del">
        <pc:chgData name="Laura Sievewright-Johnston" userId="1d779b81-c6e4-4072-b1b8-910b8c06bc85" providerId="ADAL" clId="{06FDB961-B966-4CC6-AEC1-79E9EC3C72E8}" dt="2026-06-07T20:04:03.074" v="2291" actId="47"/>
        <pc:sldMkLst>
          <pc:docMk/>
          <pc:sldMk cId="988434844" sldId="331"/>
        </pc:sldMkLst>
      </pc:sldChg>
      <pc:sldChg chg="del">
        <pc:chgData name="Laura Sievewright-Johnston" userId="1d779b81-c6e4-4072-b1b8-910b8c06bc85" providerId="ADAL" clId="{06FDB961-B966-4CC6-AEC1-79E9EC3C72E8}" dt="2026-06-07T20:04:06.077" v="2296" actId="47"/>
        <pc:sldMkLst>
          <pc:docMk/>
          <pc:sldMk cId="929295025" sldId="332"/>
        </pc:sldMkLst>
      </pc:sldChg>
      <pc:sldChg chg="del">
        <pc:chgData name="Laura Sievewright-Johnston" userId="1d779b81-c6e4-4072-b1b8-910b8c06bc85" providerId="ADAL" clId="{06FDB961-B966-4CC6-AEC1-79E9EC3C72E8}" dt="2026-06-07T19:36:45.445" v="1372" actId="47"/>
        <pc:sldMkLst>
          <pc:docMk/>
          <pc:sldMk cId="177015075" sldId="337"/>
        </pc:sldMkLst>
      </pc:sldChg>
      <pc:sldChg chg="del">
        <pc:chgData name="Laura Sievewright-Johnston" userId="1d779b81-c6e4-4072-b1b8-910b8c06bc85" providerId="ADAL" clId="{06FDB961-B966-4CC6-AEC1-79E9EC3C72E8}" dt="2026-06-07T19:36:46.450" v="1373" actId="47"/>
        <pc:sldMkLst>
          <pc:docMk/>
          <pc:sldMk cId="1252174346" sldId="338"/>
        </pc:sldMkLst>
      </pc:sldChg>
      <pc:sldChg chg="del">
        <pc:chgData name="Laura Sievewright-Johnston" userId="1d779b81-c6e4-4072-b1b8-910b8c06bc85" providerId="ADAL" clId="{06FDB961-B966-4CC6-AEC1-79E9EC3C72E8}" dt="2026-06-07T20:04:06.627" v="2297" actId="47"/>
        <pc:sldMkLst>
          <pc:docMk/>
          <pc:sldMk cId="1279803046" sldId="339"/>
        </pc:sldMkLst>
      </pc:sldChg>
      <pc:sldChg chg="del">
        <pc:chgData name="Laura Sievewright-Johnston" userId="1d779b81-c6e4-4072-b1b8-910b8c06bc85" providerId="ADAL" clId="{06FDB961-B966-4CC6-AEC1-79E9EC3C72E8}" dt="2026-06-07T20:04:04.511" v="2293" actId="47"/>
        <pc:sldMkLst>
          <pc:docMk/>
          <pc:sldMk cId="4160161655" sldId="343"/>
        </pc:sldMkLst>
      </pc:sldChg>
      <pc:sldChg chg="del">
        <pc:chgData name="Laura Sievewright-Johnston" userId="1d779b81-c6e4-4072-b1b8-910b8c06bc85" providerId="ADAL" clId="{06FDB961-B966-4CC6-AEC1-79E9EC3C72E8}" dt="2026-06-07T20:04:05.626" v="2295" actId="47"/>
        <pc:sldMkLst>
          <pc:docMk/>
          <pc:sldMk cId="1122378386" sldId="349"/>
        </pc:sldMkLst>
      </pc:sldChg>
      <pc:sldChg chg="del">
        <pc:chgData name="Laura Sievewright-Johnston" userId="1d779b81-c6e4-4072-b1b8-910b8c06bc85" providerId="ADAL" clId="{06FDB961-B966-4CC6-AEC1-79E9EC3C72E8}" dt="2026-06-07T19:36:46.914" v="1374" actId="47"/>
        <pc:sldMkLst>
          <pc:docMk/>
          <pc:sldMk cId="1257512758" sldId="356"/>
        </pc:sldMkLst>
      </pc:sldChg>
      <pc:sldChg chg="del">
        <pc:chgData name="Laura Sievewright-Johnston" userId="1d779b81-c6e4-4072-b1b8-910b8c06bc85" providerId="ADAL" clId="{06FDB961-B966-4CC6-AEC1-79E9EC3C72E8}" dt="2026-06-07T19:36:47.848" v="1375" actId="47"/>
        <pc:sldMkLst>
          <pc:docMk/>
          <pc:sldMk cId="2016695727" sldId="357"/>
        </pc:sldMkLst>
      </pc:sldChg>
      <pc:sldChg chg="del">
        <pc:chgData name="Laura Sievewright-Johnston" userId="1d779b81-c6e4-4072-b1b8-910b8c06bc85" providerId="ADAL" clId="{06FDB961-B966-4CC6-AEC1-79E9EC3C72E8}" dt="2026-06-07T20:04:03.724" v="2292" actId="47"/>
        <pc:sldMkLst>
          <pc:docMk/>
          <pc:sldMk cId="1068806050" sldId="360"/>
        </pc:sldMkLst>
      </pc:sldChg>
      <pc:sldChg chg="del">
        <pc:chgData name="Laura Sievewright-Johnston" userId="1d779b81-c6e4-4072-b1b8-910b8c06bc85" providerId="ADAL" clId="{06FDB961-B966-4CC6-AEC1-79E9EC3C72E8}" dt="2026-06-07T20:04:05.071" v="2294" actId="47"/>
        <pc:sldMkLst>
          <pc:docMk/>
          <pc:sldMk cId="2255117049" sldId="361"/>
        </pc:sldMkLst>
      </pc:sldChg>
      <pc:sldChg chg="del">
        <pc:chgData name="Laura Sievewright-Johnston" userId="1d779b81-c6e4-4072-b1b8-910b8c06bc85" providerId="ADAL" clId="{06FDB961-B966-4CC6-AEC1-79E9EC3C72E8}" dt="2026-06-07T19:51:06.433" v="2216" actId="47"/>
        <pc:sldMkLst>
          <pc:docMk/>
          <pc:sldMk cId="3018068798" sldId="362"/>
        </pc:sldMkLst>
      </pc:sldChg>
      <pc:sldChg chg="del">
        <pc:chgData name="Laura Sievewright-Johnston" userId="1d779b81-c6e4-4072-b1b8-910b8c06bc85" providerId="ADAL" clId="{06FDB961-B966-4CC6-AEC1-79E9EC3C72E8}" dt="2026-06-07T18:21:39.657" v="66" actId="47"/>
        <pc:sldMkLst>
          <pc:docMk/>
          <pc:sldMk cId="1696957498" sldId="382"/>
        </pc:sldMkLst>
      </pc:sldChg>
      <pc:sldChg chg="del">
        <pc:chgData name="Laura Sievewright-Johnston" userId="1d779b81-c6e4-4072-b1b8-910b8c06bc85" providerId="ADAL" clId="{06FDB961-B966-4CC6-AEC1-79E9EC3C72E8}" dt="2026-06-07T18:21:40.154" v="67" actId="47"/>
        <pc:sldMkLst>
          <pc:docMk/>
          <pc:sldMk cId="2122304945" sldId="383"/>
        </pc:sldMkLst>
      </pc:sldChg>
      <pc:sldChg chg="del">
        <pc:chgData name="Laura Sievewright-Johnston" userId="1d779b81-c6e4-4072-b1b8-910b8c06bc85" providerId="ADAL" clId="{06FDB961-B966-4CC6-AEC1-79E9EC3C72E8}" dt="2026-06-07T18:21:40.568" v="68" actId="47"/>
        <pc:sldMkLst>
          <pc:docMk/>
          <pc:sldMk cId="1834776358" sldId="384"/>
        </pc:sldMkLst>
      </pc:sldChg>
      <pc:sldChg chg="addSp delSp modSp mod ord">
        <pc:chgData name="Laura Sievewright-Johnston" userId="1d779b81-c6e4-4072-b1b8-910b8c06bc85" providerId="ADAL" clId="{06FDB961-B966-4CC6-AEC1-79E9EC3C72E8}" dt="2026-06-08T18:16:47.009" v="3548"/>
        <pc:sldMkLst>
          <pc:docMk/>
          <pc:sldMk cId="1908667547" sldId="388"/>
        </pc:sldMkLst>
        <pc:spChg chg="mod">
          <ac:chgData name="Laura Sievewright-Johnston" userId="1d779b81-c6e4-4072-b1b8-910b8c06bc85" providerId="ADAL" clId="{06FDB961-B966-4CC6-AEC1-79E9EC3C72E8}" dt="2026-06-07T18:37:10.981" v="639" actId="20577"/>
          <ac:spMkLst>
            <pc:docMk/>
            <pc:sldMk cId="1908667547" sldId="388"/>
            <ac:spMk id="2" creationId="{5E023573-9C67-B24F-A63C-79588D5C716A}"/>
          </ac:spMkLst>
        </pc:spChg>
        <pc:spChg chg="mod">
          <ac:chgData name="Laura Sievewright-Johnston" userId="1d779b81-c6e4-4072-b1b8-910b8c06bc85" providerId="ADAL" clId="{06FDB961-B966-4CC6-AEC1-79E9EC3C72E8}" dt="2026-06-07T18:37:27.702" v="694" actId="20577"/>
          <ac:spMkLst>
            <pc:docMk/>
            <pc:sldMk cId="1908667547" sldId="388"/>
            <ac:spMk id="3" creationId="{90EF9631-F78F-464C-97F2-A352874345D0}"/>
          </ac:spMkLst>
        </pc:spChg>
        <pc:picChg chg="add del mod">
          <ac:chgData name="Laura Sievewright-Johnston" userId="1d779b81-c6e4-4072-b1b8-910b8c06bc85" providerId="ADAL" clId="{06FDB961-B966-4CC6-AEC1-79E9EC3C72E8}" dt="2026-06-08T18:16:46.333" v="3547" actId="478"/>
          <ac:picMkLst>
            <pc:docMk/>
            <pc:sldMk cId="1908667547" sldId="388"/>
            <ac:picMk id="6" creationId="{CE3E7C12-0AC2-D3C5-1CBC-335B0FA0249F}"/>
          </ac:picMkLst>
        </pc:picChg>
        <pc:picChg chg="add mod">
          <ac:chgData name="Laura Sievewright-Johnston" userId="1d779b81-c6e4-4072-b1b8-910b8c06bc85" providerId="ADAL" clId="{06FDB961-B966-4CC6-AEC1-79E9EC3C72E8}" dt="2026-06-08T18:16:47.009" v="3548"/>
          <ac:picMkLst>
            <pc:docMk/>
            <pc:sldMk cId="1908667547" sldId="388"/>
            <ac:picMk id="7" creationId="{93A47F03-DFAF-29E6-AFF6-79E10BF8B884}"/>
          </ac:picMkLst>
        </pc:picChg>
      </pc:sldChg>
      <pc:sldChg chg="del">
        <pc:chgData name="Laura Sievewright-Johnston" userId="1d779b81-c6e4-4072-b1b8-910b8c06bc85" providerId="ADAL" clId="{06FDB961-B966-4CC6-AEC1-79E9EC3C72E8}" dt="2026-06-07T18:21:35.238" v="65" actId="47"/>
        <pc:sldMkLst>
          <pc:docMk/>
          <pc:sldMk cId="4042251090" sldId="391"/>
        </pc:sldMkLst>
      </pc:sldChg>
      <pc:sldChg chg="del">
        <pc:chgData name="Laura Sievewright-Johnston" userId="1d779b81-c6e4-4072-b1b8-910b8c06bc85" providerId="ADAL" clId="{06FDB961-B966-4CC6-AEC1-79E9EC3C72E8}" dt="2026-06-07T18:21:41.563" v="69" actId="47"/>
        <pc:sldMkLst>
          <pc:docMk/>
          <pc:sldMk cId="1342260621" sldId="393"/>
        </pc:sldMkLst>
      </pc:sldChg>
      <pc:sldChg chg="del">
        <pc:chgData name="Laura Sievewright-Johnston" userId="1d779b81-c6e4-4072-b1b8-910b8c06bc85" providerId="ADAL" clId="{06FDB961-B966-4CC6-AEC1-79E9EC3C72E8}" dt="2026-06-07T19:45:35.273" v="1881" actId="47"/>
        <pc:sldMkLst>
          <pc:docMk/>
          <pc:sldMk cId="1121385176" sldId="394"/>
        </pc:sldMkLst>
      </pc:sldChg>
      <pc:sldChg chg="del">
        <pc:chgData name="Laura Sievewright-Johnston" userId="1d779b81-c6e4-4072-b1b8-910b8c06bc85" providerId="ADAL" clId="{06FDB961-B966-4CC6-AEC1-79E9EC3C72E8}" dt="2026-06-07T20:04:07.671" v="2299" actId="47"/>
        <pc:sldMkLst>
          <pc:docMk/>
          <pc:sldMk cId="3099374972" sldId="395"/>
        </pc:sldMkLst>
      </pc:sldChg>
      <pc:sldChg chg="del">
        <pc:chgData name="Laura Sievewright-Johnston" userId="1d779b81-c6e4-4072-b1b8-910b8c06bc85" providerId="ADAL" clId="{06FDB961-B966-4CC6-AEC1-79E9EC3C72E8}" dt="2026-06-07T20:04:01.391" v="2289" actId="47"/>
        <pc:sldMkLst>
          <pc:docMk/>
          <pc:sldMk cId="328080383" sldId="409"/>
        </pc:sldMkLst>
      </pc:sldChg>
      <pc:sldChg chg="del">
        <pc:chgData name="Laura Sievewright-Johnston" userId="1d779b81-c6e4-4072-b1b8-910b8c06bc85" providerId="ADAL" clId="{06FDB961-B966-4CC6-AEC1-79E9EC3C72E8}" dt="2026-06-07T20:04:02.300" v="2290" actId="47"/>
        <pc:sldMkLst>
          <pc:docMk/>
          <pc:sldMk cId="1177451584" sldId="410"/>
        </pc:sldMkLst>
      </pc:sldChg>
      <pc:sldChg chg="del">
        <pc:chgData name="Laura Sievewright-Johnston" userId="1d779b81-c6e4-4072-b1b8-910b8c06bc85" providerId="ADAL" clId="{06FDB961-B966-4CC6-AEC1-79E9EC3C72E8}" dt="2026-06-07T18:21:22.412" v="59" actId="47"/>
        <pc:sldMkLst>
          <pc:docMk/>
          <pc:sldMk cId="210156231" sldId="411"/>
        </pc:sldMkLst>
      </pc:sldChg>
      <pc:sldChg chg="del">
        <pc:chgData name="Laura Sievewright-Johnston" userId="1d779b81-c6e4-4072-b1b8-910b8c06bc85" providerId="ADAL" clId="{06FDB961-B966-4CC6-AEC1-79E9EC3C72E8}" dt="2026-06-07T19:51:03.835" v="2215" actId="47"/>
        <pc:sldMkLst>
          <pc:docMk/>
          <pc:sldMk cId="4130599403" sldId="415"/>
        </pc:sldMkLst>
      </pc:sldChg>
      <pc:sldChg chg="del">
        <pc:chgData name="Laura Sievewright-Johnston" userId="1d779b81-c6e4-4072-b1b8-910b8c06bc85" providerId="ADAL" clId="{06FDB961-B966-4CC6-AEC1-79E9EC3C72E8}" dt="2026-06-07T20:04:07.102" v="2298" actId="47"/>
        <pc:sldMkLst>
          <pc:docMk/>
          <pc:sldMk cId="3881503043" sldId="420"/>
        </pc:sldMkLst>
      </pc:sldChg>
      <pc:sldChg chg="del">
        <pc:chgData name="Laura Sievewright-Johnston" userId="1d779b81-c6e4-4072-b1b8-910b8c06bc85" providerId="ADAL" clId="{06FDB961-B966-4CC6-AEC1-79E9EC3C72E8}" dt="2026-06-07T18:32:30.887" v="454" actId="47"/>
        <pc:sldMkLst>
          <pc:docMk/>
          <pc:sldMk cId="2849548104" sldId="422"/>
        </pc:sldMkLst>
      </pc:sldChg>
      <pc:sldChg chg="del">
        <pc:chgData name="Laura Sievewright-Johnston" userId="1d779b81-c6e4-4072-b1b8-910b8c06bc85" providerId="ADAL" clId="{06FDB961-B966-4CC6-AEC1-79E9EC3C72E8}" dt="2026-06-07T18:35:36.815" v="459" actId="47"/>
        <pc:sldMkLst>
          <pc:docMk/>
          <pc:sldMk cId="3966556822" sldId="426"/>
        </pc:sldMkLst>
      </pc:sldChg>
      <pc:sldChg chg="del">
        <pc:chgData name="Laura Sievewright-Johnston" userId="1d779b81-c6e4-4072-b1b8-910b8c06bc85" providerId="ADAL" clId="{06FDB961-B966-4CC6-AEC1-79E9EC3C72E8}" dt="2026-06-07T19:45:33.654" v="1880" actId="47"/>
        <pc:sldMkLst>
          <pc:docMk/>
          <pc:sldMk cId="2736968920" sldId="431"/>
        </pc:sldMkLst>
      </pc:sldChg>
      <pc:sldChg chg="del">
        <pc:chgData name="Laura Sievewright-Johnston" userId="1d779b81-c6e4-4072-b1b8-910b8c06bc85" providerId="ADAL" clId="{06FDB961-B966-4CC6-AEC1-79E9EC3C72E8}" dt="2026-06-07T19:45:32.424" v="1879" actId="47"/>
        <pc:sldMkLst>
          <pc:docMk/>
          <pc:sldMk cId="2147422839" sldId="432"/>
        </pc:sldMkLst>
      </pc:sldChg>
      <pc:sldChg chg="del">
        <pc:chgData name="Laura Sievewright-Johnston" userId="1d779b81-c6e4-4072-b1b8-910b8c06bc85" providerId="ADAL" clId="{06FDB961-B966-4CC6-AEC1-79E9EC3C72E8}" dt="2026-06-07T20:04:10.870" v="2304" actId="47"/>
        <pc:sldMkLst>
          <pc:docMk/>
          <pc:sldMk cId="3085219999" sldId="434"/>
        </pc:sldMkLst>
      </pc:sldChg>
      <pc:sldChg chg="del">
        <pc:chgData name="Laura Sievewright-Johnston" userId="1d779b81-c6e4-4072-b1b8-910b8c06bc85" providerId="ADAL" clId="{06FDB961-B966-4CC6-AEC1-79E9EC3C72E8}" dt="2026-06-07T20:04:12.824" v="2305" actId="47"/>
        <pc:sldMkLst>
          <pc:docMk/>
          <pc:sldMk cId="3245106761" sldId="435"/>
        </pc:sldMkLst>
      </pc:sldChg>
      <pc:sldChg chg="del">
        <pc:chgData name="Laura Sievewright-Johnston" userId="1d779b81-c6e4-4072-b1b8-910b8c06bc85" providerId="ADAL" clId="{06FDB961-B966-4CC6-AEC1-79E9EC3C72E8}" dt="2026-06-07T20:04:08.870" v="2301" actId="47"/>
        <pc:sldMkLst>
          <pc:docMk/>
          <pc:sldMk cId="2640333373" sldId="451"/>
        </pc:sldMkLst>
      </pc:sldChg>
      <pc:sldChg chg="del">
        <pc:chgData name="Laura Sievewright-Johnston" userId="1d779b81-c6e4-4072-b1b8-910b8c06bc85" providerId="ADAL" clId="{06FDB961-B966-4CC6-AEC1-79E9EC3C72E8}" dt="2026-06-07T20:04:10" v="2303" actId="47"/>
        <pc:sldMkLst>
          <pc:docMk/>
          <pc:sldMk cId="2562052806" sldId="452"/>
        </pc:sldMkLst>
      </pc:sldChg>
      <pc:sldChg chg="del">
        <pc:chgData name="Laura Sievewright-Johnston" userId="1d779b81-c6e4-4072-b1b8-910b8c06bc85" providerId="ADAL" clId="{06FDB961-B966-4CC6-AEC1-79E9EC3C72E8}" dt="2026-06-07T20:04:09.337" v="2302" actId="47"/>
        <pc:sldMkLst>
          <pc:docMk/>
          <pc:sldMk cId="71580515" sldId="453"/>
        </pc:sldMkLst>
      </pc:sldChg>
      <pc:sldChg chg="del">
        <pc:chgData name="Laura Sievewright-Johnston" userId="1d779b81-c6e4-4072-b1b8-910b8c06bc85" providerId="ADAL" clId="{06FDB961-B966-4CC6-AEC1-79E9EC3C72E8}" dt="2026-06-07T19:51:10.005" v="2218" actId="47"/>
        <pc:sldMkLst>
          <pc:docMk/>
          <pc:sldMk cId="2502015056" sldId="454"/>
        </pc:sldMkLst>
      </pc:sldChg>
      <pc:sldChg chg="del">
        <pc:chgData name="Laura Sievewright-Johnston" userId="1d779b81-c6e4-4072-b1b8-910b8c06bc85" providerId="ADAL" clId="{06FDB961-B966-4CC6-AEC1-79E9EC3C72E8}" dt="2026-06-07T19:51:08.291" v="2217" actId="47"/>
        <pc:sldMkLst>
          <pc:docMk/>
          <pc:sldMk cId="3712850663" sldId="455"/>
        </pc:sldMkLst>
      </pc:sldChg>
      <pc:sldChg chg="addSp delSp modSp add mod ord">
        <pc:chgData name="Laura Sievewright-Johnston" userId="1d779b81-c6e4-4072-b1b8-910b8c06bc85" providerId="ADAL" clId="{06FDB961-B966-4CC6-AEC1-79E9EC3C72E8}" dt="2026-06-08T18:16:37.246" v="3544" actId="1076"/>
        <pc:sldMkLst>
          <pc:docMk/>
          <pc:sldMk cId="1303603518" sldId="456"/>
        </pc:sldMkLst>
        <pc:spChg chg="del">
          <ac:chgData name="Laura Sievewright-Johnston" userId="1d779b81-c6e4-4072-b1b8-910b8c06bc85" providerId="ADAL" clId="{06FDB961-B966-4CC6-AEC1-79E9EC3C72E8}" dt="2026-06-07T19:17:49.184" v="987" actId="478"/>
          <ac:spMkLst>
            <pc:docMk/>
            <pc:sldMk cId="1303603518" sldId="456"/>
            <ac:spMk id="2" creationId="{D89D0891-63AA-7A4F-2D00-D45C403414FD}"/>
          </ac:spMkLst>
        </pc:spChg>
        <pc:spChg chg="mod">
          <ac:chgData name="Laura Sievewright-Johnston" userId="1d779b81-c6e4-4072-b1b8-910b8c06bc85" providerId="ADAL" clId="{06FDB961-B966-4CC6-AEC1-79E9EC3C72E8}" dt="2026-06-07T19:33:40.060" v="1366" actId="1076"/>
          <ac:spMkLst>
            <pc:docMk/>
            <pc:sldMk cId="1303603518" sldId="456"/>
            <ac:spMk id="4" creationId="{3EA2FD11-7345-71B8-10FC-7E10C21BEA4B}"/>
          </ac:spMkLst>
        </pc:spChg>
        <pc:spChg chg="mod">
          <ac:chgData name="Laura Sievewright-Johnston" userId="1d779b81-c6e4-4072-b1b8-910b8c06bc85" providerId="ADAL" clId="{06FDB961-B966-4CC6-AEC1-79E9EC3C72E8}" dt="2026-06-07T19:22:47.683" v="1162" actId="20577"/>
          <ac:spMkLst>
            <pc:docMk/>
            <pc:sldMk cId="1303603518" sldId="456"/>
            <ac:spMk id="5" creationId="{38B9BC25-0E73-28BB-843B-6F6F1BDEC55C}"/>
          </ac:spMkLst>
        </pc:spChg>
        <pc:spChg chg="add mod">
          <ac:chgData name="Laura Sievewright-Johnston" userId="1d779b81-c6e4-4072-b1b8-910b8c06bc85" providerId="ADAL" clId="{06FDB961-B966-4CC6-AEC1-79E9EC3C72E8}" dt="2026-06-07T19:18:19.334" v="995"/>
          <ac:spMkLst>
            <pc:docMk/>
            <pc:sldMk cId="1303603518" sldId="456"/>
            <ac:spMk id="13" creationId="{0F112BFA-A57B-61AC-A894-C1A01E1DB860}"/>
          </ac:spMkLst>
        </pc:spChg>
        <pc:spChg chg="add mod">
          <ac:chgData name="Laura Sievewright-Johnston" userId="1d779b81-c6e4-4072-b1b8-910b8c06bc85" providerId="ADAL" clId="{06FDB961-B966-4CC6-AEC1-79E9EC3C72E8}" dt="2026-06-07T19:18:19.334" v="995"/>
          <ac:spMkLst>
            <pc:docMk/>
            <pc:sldMk cId="1303603518" sldId="456"/>
            <ac:spMk id="14" creationId="{8AE3778C-DCD8-36A9-AE89-FA32058B65C6}"/>
          </ac:spMkLst>
        </pc:spChg>
        <pc:spChg chg="add mod">
          <ac:chgData name="Laura Sievewright-Johnston" userId="1d779b81-c6e4-4072-b1b8-910b8c06bc85" providerId="ADAL" clId="{06FDB961-B966-4CC6-AEC1-79E9EC3C72E8}" dt="2026-06-07T19:18:19.334" v="995"/>
          <ac:spMkLst>
            <pc:docMk/>
            <pc:sldMk cId="1303603518" sldId="456"/>
            <ac:spMk id="15" creationId="{B814BFEC-ADE6-3B79-0C01-81DE84A77D5E}"/>
          </ac:spMkLst>
        </pc:spChg>
        <pc:spChg chg="add mod">
          <ac:chgData name="Laura Sievewright-Johnston" userId="1d779b81-c6e4-4072-b1b8-910b8c06bc85" providerId="ADAL" clId="{06FDB961-B966-4CC6-AEC1-79E9EC3C72E8}" dt="2026-06-07T19:18:19.334" v="995"/>
          <ac:spMkLst>
            <pc:docMk/>
            <pc:sldMk cId="1303603518" sldId="456"/>
            <ac:spMk id="16" creationId="{A6AB941A-BD18-76B9-B4BF-48598A532A33}"/>
          </ac:spMkLst>
        </pc:spChg>
        <pc:spChg chg="add mod">
          <ac:chgData name="Laura Sievewright-Johnston" userId="1d779b81-c6e4-4072-b1b8-910b8c06bc85" providerId="ADAL" clId="{06FDB961-B966-4CC6-AEC1-79E9EC3C72E8}" dt="2026-06-07T19:18:19.334" v="995"/>
          <ac:spMkLst>
            <pc:docMk/>
            <pc:sldMk cId="1303603518" sldId="456"/>
            <ac:spMk id="17" creationId="{43FA7591-483B-C4B5-0F2E-A4380D470D6F}"/>
          </ac:spMkLst>
        </pc:spChg>
        <pc:spChg chg="add mod">
          <ac:chgData name="Laura Sievewright-Johnston" userId="1d779b81-c6e4-4072-b1b8-910b8c06bc85" providerId="ADAL" clId="{06FDB961-B966-4CC6-AEC1-79E9EC3C72E8}" dt="2026-06-07T19:18:19.334" v="995"/>
          <ac:spMkLst>
            <pc:docMk/>
            <pc:sldMk cId="1303603518" sldId="456"/>
            <ac:spMk id="18" creationId="{D726BDBC-4ADB-C310-1D98-C2D1D5FE0A08}"/>
          </ac:spMkLst>
        </pc:spChg>
        <pc:spChg chg="add mod">
          <ac:chgData name="Laura Sievewright-Johnston" userId="1d779b81-c6e4-4072-b1b8-910b8c06bc85" providerId="ADAL" clId="{06FDB961-B966-4CC6-AEC1-79E9EC3C72E8}" dt="2026-06-07T19:18:19.334" v="995"/>
          <ac:spMkLst>
            <pc:docMk/>
            <pc:sldMk cId="1303603518" sldId="456"/>
            <ac:spMk id="19" creationId="{F6C066BD-B5BE-FDFA-D54C-B617799860B8}"/>
          </ac:spMkLst>
        </pc:spChg>
        <pc:spChg chg="add mod">
          <ac:chgData name="Laura Sievewright-Johnston" userId="1d779b81-c6e4-4072-b1b8-910b8c06bc85" providerId="ADAL" clId="{06FDB961-B966-4CC6-AEC1-79E9EC3C72E8}" dt="2026-06-07T19:28:39.541" v="1206" actId="1076"/>
          <ac:spMkLst>
            <pc:docMk/>
            <pc:sldMk cId="1303603518" sldId="456"/>
            <ac:spMk id="27" creationId="{0F112BFA-A57B-61AC-A894-C1A01E1DB860}"/>
          </ac:spMkLst>
        </pc:spChg>
        <pc:spChg chg="add mod">
          <ac:chgData name="Laura Sievewright-Johnston" userId="1d779b81-c6e4-4072-b1b8-910b8c06bc85" providerId="ADAL" clId="{06FDB961-B966-4CC6-AEC1-79E9EC3C72E8}" dt="2026-06-07T19:27:26.105" v="1192" actId="1076"/>
          <ac:spMkLst>
            <pc:docMk/>
            <pc:sldMk cId="1303603518" sldId="456"/>
            <ac:spMk id="28" creationId="{8AE3778C-DCD8-36A9-AE89-FA32058B65C6}"/>
          </ac:spMkLst>
        </pc:spChg>
        <pc:spChg chg="add mod">
          <ac:chgData name="Laura Sievewright-Johnston" userId="1d779b81-c6e4-4072-b1b8-910b8c06bc85" providerId="ADAL" clId="{06FDB961-B966-4CC6-AEC1-79E9EC3C72E8}" dt="2026-06-07T19:26:29.006" v="1183" actId="1076"/>
          <ac:spMkLst>
            <pc:docMk/>
            <pc:sldMk cId="1303603518" sldId="456"/>
            <ac:spMk id="29" creationId="{B814BFEC-ADE6-3B79-0C01-81DE84A77D5E}"/>
          </ac:spMkLst>
        </pc:spChg>
        <pc:spChg chg="add mod">
          <ac:chgData name="Laura Sievewright-Johnston" userId="1d779b81-c6e4-4072-b1b8-910b8c06bc85" providerId="ADAL" clId="{06FDB961-B966-4CC6-AEC1-79E9EC3C72E8}" dt="2026-06-07T19:28:24.976" v="1204" actId="1076"/>
          <ac:spMkLst>
            <pc:docMk/>
            <pc:sldMk cId="1303603518" sldId="456"/>
            <ac:spMk id="30" creationId="{A6AB941A-BD18-76B9-B4BF-48598A532A33}"/>
          </ac:spMkLst>
        </pc:spChg>
        <pc:spChg chg="add mod">
          <ac:chgData name="Laura Sievewright-Johnston" userId="1d779b81-c6e4-4072-b1b8-910b8c06bc85" providerId="ADAL" clId="{06FDB961-B966-4CC6-AEC1-79E9EC3C72E8}" dt="2026-06-07T19:28:33.495" v="1205" actId="1076"/>
          <ac:spMkLst>
            <pc:docMk/>
            <pc:sldMk cId="1303603518" sldId="456"/>
            <ac:spMk id="31" creationId="{43FA7591-483B-C4B5-0F2E-A4380D470D6F}"/>
          </ac:spMkLst>
        </pc:spChg>
        <pc:spChg chg="add mod">
          <ac:chgData name="Laura Sievewright-Johnston" userId="1d779b81-c6e4-4072-b1b8-910b8c06bc85" providerId="ADAL" clId="{06FDB961-B966-4CC6-AEC1-79E9EC3C72E8}" dt="2026-06-07T19:27:02.779" v="1189" actId="1076"/>
          <ac:spMkLst>
            <pc:docMk/>
            <pc:sldMk cId="1303603518" sldId="456"/>
            <ac:spMk id="32" creationId="{D726BDBC-4ADB-C310-1D98-C2D1D5FE0A08}"/>
          </ac:spMkLst>
        </pc:spChg>
        <pc:spChg chg="add mod">
          <ac:chgData name="Laura Sievewright-Johnston" userId="1d779b81-c6e4-4072-b1b8-910b8c06bc85" providerId="ADAL" clId="{06FDB961-B966-4CC6-AEC1-79E9EC3C72E8}" dt="2026-06-07T19:28:13.765" v="1202" actId="1076"/>
          <ac:spMkLst>
            <pc:docMk/>
            <pc:sldMk cId="1303603518" sldId="456"/>
            <ac:spMk id="33" creationId="{F6C066BD-B5BE-FDFA-D54C-B617799860B8}"/>
          </ac:spMkLst>
        </pc:spChg>
        <pc:picChg chg="add mod">
          <ac:chgData name="Laura Sievewright-Johnston" userId="1d779b81-c6e4-4072-b1b8-910b8c06bc85" providerId="ADAL" clId="{06FDB961-B966-4CC6-AEC1-79E9EC3C72E8}" dt="2026-06-07T19:18:05.187" v="990" actId="1076"/>
          <ac:picMkLst>
            <pc:docMk/>
            <pc:sldMk cId="1303603518" sldId="456"/>
            <ac:picMk id="6" creationId="{B0667EAC-AFB8-F613-2349-13D1D4FCACAF}"/>
          </ac:picMkLst>
        </pc:picChg>
        <pc:picChg chg="add mod">
          <ac:chgData name="Laura Sievewright-Johnston" userId="1d779b81-c6e4-4072-b1b8-910b8c06bc85" providerId="ADAL" clId="{06FDB961-B966-4CC6-AEC1-79E9EC3C72E8}" dt="2026-06-07T19:18:19.334" v="995"/>
          <ac:picMkLst>
            <pc:docMk/>
            <pc:sldMk cId="1303603518" sldId="456"/>
            <ac:picMk id="7" creationId="{26BCA5AD-AD80-9050-FF59-6196BA1E0872}"/>
          </ac:picMkLst>
        </pc:picChg>
        <pc:picChg chg="add mod">
          <ac:chgData name="Laura Sievewright-Johnston" userId="1d779b81-c6e4-4072-b1b8-910b8c06bc85" providerId="ADAL" clId="{06FDB961-B966-4CC6-AEC1-79E9EC3C72E8}" dt="2026-06-07T19:18:19.334" v="995"/>
          <ac:picMkLst>
            <pc:docMk/>
            <pc:sldMk cId="1303603518" sldId="456"/>
            <ac:picMk id="8" creationId="{A767815D-D69E-F8C8-8B2B-0320E1DECDD3}"/>
          </ac:picMkLst>
        </pc:picChg>
        <pc:picChg chg="mod">
          <ac:chgData name="Laura Sievewright-Johnston" userId="1d779b81-c6e4-4072-b1b8-910b8c06bc85" providerId="ADAL" clId="{06FDB961-B966-4CC6-AEC1-79E9EC3C72E8}" dt="2026-06-07T19:18:19.334" v="995"/>
          <ac:picMkLst>
            <pc:docMk/>
            <pc:sldMk cId="1303603518" sldId="456"/>
            <ac:picMk id="12" creationId="{E06DD1F2-7D42-BD0F-E738-088E432866DB}"/>
          </ac:picMkLst>
        </pc:picChg>
        <pc:picChg chg="add mod">
          <ac:chgData name="Laura Sievewright-Johnston" userId="1d779b81-c6e4-4072-b1b8-910b8c06bc85" providerId="ADAL" clId="{06FDB961-B966-4CC6-AEC1-79E9EC3C72E8}" dt="2026-06-07T19:27:54.768" v="1197" actId="1076"/>
          <ac:picMkLst>
            <pc:docMk/>
            <pc:sldMk cId="1303603518" sldId="456"/>
            <ac:picMk id="20" creationId="{B0667EAC-AFB8-F613-2349-13D1D4FCACAF}"/>
          </ac:picMkLst>
        </pc:picChg>
        <pc:picChg chg="add mod">
          <ac:chgData name="Laura Sievewright-Johnston" userId="1d779b81-c6e4-4072-b1b8-910b8c06bc85" providerId="ADAL" clId="{06FDB961-B966-4CC6-AEC1-79E9EC3C72E8}" dt="2026-06-07T19:27:40.718" v="1195" actId="1076"/>
          <ac:picMkLst>
            <pc:docMk/>
            <pc:sldMk cId="1303603518" sldId="456"/>
            <ac:picMk id="21" creationId="{26BCA5AD-AD80-9050-FF59-6196BA1E0872}"/>
          </ac:picMkLst>
        </pc:picChg>
        <pc:picChg chg="mod">
          <ac:chgData name="Laura Sievewright-Johnston" userId="1d779b81-c6e4-4072-b1b8-910b8c06bc85" providerId="ADAL" clId="{06FDB961-B966-4CC6-AEC1-79E9EC3C72E8}" dt="2026-06-07T19:27:19.265" v="1191" actId="1076"/>
          <ac:picMkLst>
            <pc:docMk/>
            <pc:sldMk cId="1303603518" sldId="456"/>
            <ac:picMk id="22" creationId="{A767815D-D69E-F8C8-8B2B-0320E1DECDD3}"/>
          </ac:picMkLst>
        </pc:picChg>
        <pc:picChg chg="mod">
          <ac:chgData name="Laura Sievewright-Johnston" userId="1d779b81-c6e4-4072-b1b8-910b8c06bc85" providerId="ADAL" clId="{06FDB961-B966-4CC6-AEC1-79E9EC3C72E8}" dt="2026-06-07T19:23:34.919" v="1167" actId="14100"/>
          <ac:picMkLst>
            <pc:docMk/>
            <pc:sldMk cId="1303603518" sldId="456"/>
            <ac:picMk id="23" creationId="{051A6893-A310-E61A-9541-CF81D45CDA7F}"/>
          </ac:picMkLst>
        </pc:picChg>
        <pc:picChg chg="add mod">
          <ac:chgData name="Laura Sievewright-Johnston" userId="1d779b81-c6e4-4072-b1b8-910b8c06bc85" providerId="ADAL" clId="{06FDB961-B966-4CC6-AEC1-79E9EC3C72E8}" dt="2026-06-07T19:27:37.089" v="1194" actId="1076"/>
          <ac:picMkLst>
            <pc:docMk/>
            <pc:sldMk cId="1303603518" sldId="456"/>
            <ac:picMk id="24" creationId="{14A66BDD-FE5F-D1B1-2336-CB55E31FC289}"/>
          </ac:picMkLst>
        </pc:picChg>
        <pc:picChg chg="mod">
          <ac:chgData name="Laura Sievewright-Johnston" userId="1d779b81-c6e4-4072-b1b8-910b8c06bc85" providerId="ADAL" clId="{06FDB961-B966-4CC6-AEC1-79E9EC3C72E8}" dt="2026-06-07T19:27:49.417" v="1196" actId="1076"/>
          <ac:picMkLst>
            <pc:docMk/>
            <pc:sldMk cId="1303603518" sldId="456"/>
            <ac:picMk id="25" creationId="{919CE548-9951-2716-1FBF-39C4AC19ABD1}"/>
          </ac:picMkLst>
        </pc:picChg>
        <pc:picChg chg="mod">
          <ac:chgData name="Laura Sievewright-Johnston" userId="1d779b81-c6e4-4072-b1b8-910b8c06bc85" providerId="ADAL" clId="{06FDB961-B966-4CC6-AEC1-79E9EC3C72E8}" dt="2026-06-07T19:28:48.133" v="1207" actId="1076"/>
          <ac:picMkLst>
            <pc:docMk/>
            <pc:sldMk cId="1303603518" sldId="456"/>
            <ac:picMk id="26" creationId="{E06DD1F2-7D42-BD0F-E738-088E432866DB}"/>
          </ac:picMkLst>
        </pc:picChg>
        <pc:picChg chg="add mod">
          <ac:chgData name="Laura Sievewright-Johnston" userId="1d779b81-c6e4-4072-b1b8-910b8c06bc85" providerId="ADAL" clId="{06FDB961-B966-4CC6-AEC1-79E9EC3C72E8}" dt="2026-06-08T18:16:37.246" v="3544" actId="1076"/>
          <ac:picMkLst>
            <pc:docMk/>
            <pc:sldMk cId="1303603518" sldId="456"/>
            <ac:picMk id="39" creationId="{EDDBB689-1F10-E64A-9AE0-C61F5D402F28}"/>
          </ac:picMkLst>
        </pc:picChg>
        <pc:cxnChg chg="add del mod">
          <ac:chgData name="Laura Sievewright-Johnston" userId="1d779b81-c6e4-4072-b1b8-910b8c06bc85" providerId="ADAL" clId="{06FDB961-B966-4CC6-AEC1-79E9EC3C72E8}" dt="2026-06-07T19:26:06.865" v="1180" actId="478"/>
          <ac:cxnSpMkLst>
            <pc:docMk/>
            <pc:sldMk cId="1303603518" sldId="456"/>
            <ac:cxnSpMk id="35" creationId="{33B5925B-F848-875B-5FC1-A00B51AD5FFA}"/>
          </ac:cxnSpMkLst>
        </pc:cxnChg>
      </pc:sldChg>
      <pc:sldChg chg="addSp delSp modSp add mod ord">
        <pc:chgData name="Laura Sievewright-Johnston" userId="1d779b81-c6e4-4072-b1b8-910b8c06bc85" providerId="ADAL" clId="{06FDB961-B966-4CC6-AEC1-79E9EC3C72E8}" dt="2026-06-08T18:19:42.455" v="3565"/>
        <pc:sldMkLst>
          <pc:docMk/>
          <pc:sldMk cId="2959726053" sldId="457"/>
        </pc:sldMkLst>
        <pc:spChg chg="mod">
          <ac:chgData name="Laura Sievewright-Johnston" userId="1d779b81-c6e4-4072-b1b8-910b8c06bc85" providerId="ADAL" clId="{06FDB961-B966-4CC6-AEC1-79E9EC3C72E8}" dt="2026-06-07T19:12:49.565" v="986"/>
          <ac:spMkLst>
            <pc:docMk/>
            <pc:sldMk cId="2959726053" sldId="457"/>
            <ac:spMk id="2" creationId="{C8110979-DDCE-1892-8EE9-0C4A9CCB22D0}"/>
          </ac:spMkLst>
        </pc:spChg>
        <pc:spChg chg="mod">
          <ac:chgData name="Laura Sievewright-Johnston" userId="1d779b81-c6e4-4072-b1b8-910b8c06bc85" providerId="ADAL" clId="{06FDB961-B966-4CC6-AEC1-79E9EC3C72E8}" dt="2026-06-07T19:31:40.270" v="1302" actId="20577"/>
          <ac:spMkLst>
            <pc:docMk/>
            <pc:sldMk cId="2959726053" sldId="457"/>
            <ac:spMk id="3" creationId="{0141BE26-F28F-4DFD-C668-26EC561E03DF}"/>
          </ac:spMkLst>
        </pc:spChg>
        <pc:picChg chg="add del mod">
          <ac:chgData name="Laura Sievewright-Johnston" userId="1d779b81-c6e4-4072-b1b8-910b8c06bc85" providerId="ADAL" clId="{06FDB961-B966-4CC6-AEC1-79E9EC3C72E8}" dt="2026-06-08T18:19:41.794" v="3564" actId="478"/>
          <ac:picMkLst>
            <pc:docMk/>
            <pc:sldMk cId="2959726053" sldId="457"/>
            <ac:picMk id="6" creationId="{397CE7C4-7EB5-DBF1-3F89-708ACF454656}"/>
          </ac:picMkLst>
        </pc:picChg>
        <pc:picChg chg="add mod">
          <ac:chgData name="Laura Sievewright-Johnston" userId="1d779b81-c6e4-4072-b1b8-910b8c06bc85" providerId="ADAL" clId="{06FDB961-B966-4CC6-AEC1-79E9EC3C72E8}" dt="2026-06-08T18:19:42.455" v="3565"/>
          <ac:picMkLst>
            <pc:docMk/>
            <pc:sldMk cId="2959726053" sldId="457"/>
            <ac:picMk id="7" creationId="{836FFD12-BFE3-77BE-999B-1B82B273B950}"/>
          </ac:picMkLst>
        </pc:picChg>
      </pc:sldChg>
      <pc:sldChg chg="addSp modSp new mod ord">
        <pc:chgData name="Laura Sievewright-Johnston" userId="1d779b81-c6e4-4072-b1b8-910b8c06bc85" providerId="ADAL" clId="{06FDB961-B966-4CC6-AEC1-79E9EC3C72E8}" dt="2026-06-08T18:18:07.412" v="3558"/>
        <pc:sldMkLst>
          <pc:docMk/>
          <pc:sldMk cId="3093540050" sldId="458"/>
        </pc:sldMkLst>
        <pc:spChg chg="mod">
          <ac:chgData name="Laura Sievewright-Johnston" userId="1d779b81-c6e4-4072-b1b8-910b8c06bc85" providerId="ADAL" clId="{06FDB961-B966-4CC6-AEC1-79E9EC3C72E8}" dt="2026-06-07T19:11:59.049" v="883"/>
          <ac:spMkLst>
            <pc:docMk/>
            <pc:sldMk cId="3093540050" sldId="458"/>
            <ac:spMk id="2" creationId="{2BB2B7D2-B1C7-AB78-00B6-3F9ECED21C14}"/>
          </ac:spMkLst>
        </pc:spChg>
        <pc:spChg chg="mod">
          <ac:chgData name="Laura Sievewright-Johnston" userId="1d779b81-c6e4-4072-b1b8-910b8c06bc85" providerId="ADAL" clId="{06FDB961-B966-4CC6-AEC1-79E9EC3C72E8}" dt="2026-06-07T19:31:11.943" v="1216" actId="20577"/>
          <ac:spMkLst>
            <pc:docMk/>
            <pc:sldMk cId="3093540050" sldId="458"/>
            <ac:spMk id="3" creationId="{EBE35640-8BA2-24DF-98D1-F37C184CCD44}"/>
          </ac:spMkLst>
        </pc:spChg>
        <pc:picChg chg="add mod">
          <ac:chgData name="Laura Sievewright-Johnston" userId="1d779b81-c6e4-4072-b1b8-910b8c06bc85" providerId="ADAL" clId="{06FDB961-B966-4CC6-AEC1-79E9EC3C72E8}" dt="2026-06-08T18:18:07.412" v="3558"/>
          <ac:picMkLst>
            <pc:docMk/>
            <pc:sldMk cId="3093540050" sldId="458"/>
            <ac:picMk id="5" creationId="{C0C52861-CF90-DC10-F9CB-7DB5E98C6E66}"/>
          </ac:picMkLst>
        </pc:picChg>
      </pc:sldChg>
      <pc:sldChg chg="addSp delSp modSp add mod ord">
        <pc:chgData name="Laura Sievewright-Johnston" userId="1d779b81-c6e4-4072-b1b8-910b8c06bc85" providerId="ADAL" clId="{06FDB961-B966-4CC6-AEC1-79E9EC3C72E8}" dt="2026-06-08T18:25:40.874" v="3732" actId="5793"/>
        <pc:sldMkLst>
          <pc:docMk/>
          <pc:sldMk cId="3120085574" sldId="459"/>
        </pc:sldMkLst>
        <pc:spChg chg="mod">
          <ac:chgData name="Laura Sievewright-Johnston" userId="1d779b81-c6e4-4072-b1b8-910b8c06bc85" providerId="ADAL" clId="{06FDB961-B966-4CC6-AEC1-79E9EC3C72E8}" dt="2026-06-08T18:25:40.874" v="3732" actId="5793"/>
          <ac:spMkLst>
            <pc:docMk/>
            <pc:sldMk cId="3120085574" sldId="459"/>
            <ac:spMk id="4" creationId="{8FA972FF-276F-D4B0-5444-92FD7FD2047B}"/>
          </ac:spMkLst>
        </pc:spChg>
        <pc:spChg chg="mod">
          <ac:chgData name="Laura Sievewright-Johnston" userId="1d779b81-c6e4-4072-b1b8-910b8c06bc85" providerId="ADAL" clId="{06FDB961-B966-4CC6-AEC1-79E9EC3C72E8}" dt="2026-06-07T19:20:33.791" v="1136" actId="14100"/>
          <ac:spMkLst>
            <pc:docMk/>
            <pc:sldMk cId="3120085574" sldId="459"/>
            <ac:spMk id="5" creationId="{EBF165D6-4D0A-E5A5-3343-7692D2B2D946}"/>
          </ac:spMkLst>
        </pc:spChg>
        <pc:picChg chg="add del mod">
          <ac:chgData name="Laura Sievewright-Johnston" userId="1d779b81-c6e4-4072-b1b8-910b8c06bc85" providerId="ADAL" clId="{06FDB961-B966-4CC6-AEC1-79E9EC3C72E8}" dt="2026-06-08T18:16:50.025" v="3549" actId="478"/>
          <ac:picMkLst>
            <pc:docMk/>
            <pc:sldMk cId="3120085574" sldId="459"/>
            <ac:picMk id="6" creationId="{EBDD9A70-60FD-16B7-CA3C-B73AFB97322B}"/>
          </ac:picMkLst>
        </pc:picChg>
        <pc:picChg chg="add mod">
          <ac:chgData name="Laura Sievewright-Johnston" userId="1d779b81-c6e4-4072-b1b8-910b8c06bc85" providerId="ADAL" clId="{06FDB961-B966-4CC6-AEC1-79E9EC3C72E8}" dt="2026-06-08T18:16:50.673" v="3550"/>
          <ac:picMkLst>
            <pc:docMk/>
            <pc:sldMk cId="3120085574" sldId="459"/>
            <ac:picMk id="13" creationId="{C28C84AD-3D2E-F13F-7D86-058BB4D07AA4}"/>
          </ac:picMkLst>
        </pc:picChg>
      </pc:sldChg>
      <pc:sldChg chg="del">
        <pc:chgData name="Laura Sievewright-Johnston" userId="1d779b81-c6e4-4072-b1b8-910b8c06bc85" providerId="ADAL" clId="{06FDB961-B966-4CC6-AEC1-79E9EC3C72E8}" dt="2026-06-07T18:21:23.230" v="60" actId="47"/>
        <pc:sldMkLst>
          <pc:docMk/>
          <pc:sldMk cId="3166470685" sldId="459"/>
        </pc:sldMkLst>
      </pc:sldChg>
      <pc:sldChg chg="addSp delSp modSp add mod">
        <pc:chgData name="Laura Sievewright-Johnston" userId="1d779b81-c6e4-4072-b1b8-910b8c06bc85" providerId="ADAL" clId="{06FDB961-B966-4CC6-AEC1-79E9EC3C72E8}" dt="2026-06-08T18:18:04.664" v="3557"/>
        <pc:sldMkLst>
          <pc:docMk/>
          <pc:sldMk cId="399027737" sldId="460"/>
        </pc:sldMkLst>
        <pc:spChg chg="mod">
          <ac:chgData name="Laura Sievewright-Johnston" userId="1d779b81-c6e4-4072-b1b8-910b8c06bc85" providerId="ADAL" clId="{06FDB961-B966-4CC6-AEC1-79E9EC3C72E8}" dt="2026-06-07T19:39:03.701" v="1575" actId="27636"/>
          <ac:spMkLst>
            <pc:docMk/>
            <pc:sldMk cId="399027737" sldId="460"/>
            <ac:spMk id="4" creationId="{1BAD0A35-4CB9-7FE5-AAB0-6070305D11D0}"/>
          </ac:spMkLst>
        </pc:spChg>
        <pc:spChg chg="mod">
          <ac:chgData name="Laura Sievewright-Johnston" userId="1d779b81-c6e4-4072-b1b8-910b8c06bc85" providerId="ADAL" clId="{06FDB961-B966-4CC6-AEC1-79E9EC3C72E8}" dt="2026-06-07T20:23:18.178" v="2314" actId="20577"/>
          <ac:spMkLst>
            <pc:docMk/>
            <pc:sldMk cId="399027737" sldId="460"/>
            <ac:spMk id="5" creationId="{F653A75F-F3AD-4E83-1B61-142DF2D02D6F}"/>
          </ac:spMkLst>
        </pc:spChg>
        <pc:picChg chg="add del mod">
          <ac:chgData name="Laura Sievewright-Johnston" userId="1d779b81-c6e4-4072-b1b8-910b8c06bc85" providerId="ADAL" clId="{06FDB961-B966-4CC6-AEC1-79E9EC3C72E8}" dt="2026-06-08T18:18:04.059" v="3556" actId="478"/>
          <ac:picMkLst>
            <pc:docMk/>
            <pc:sldMk cId="399027737" sldId="460"/>
            <ac:picMk id="2" creationId="{BB049053-B15F-6C39-7B7E-8D3359879765}"/>
          </ac:picMkLst>
        </pc:picChg>
        <pc:picChg chg="del">
          <ac:chgData name="Laura Sievewright-Johnston" userId="1d779b81-c6e4-4072-b1b8-910b8c06bc85" providerId="ADAL" clId="{06FDB961-B966-4CC6-AEC1-79E9EC3C72E8}" dt="2026-06-08T18:16:58.668" v="3553" actId="478"/>
          <ac:picMkLst>
            <pc:docMk/>
            <pc:sldMk cId="399027737" sldId="460"/>
            <ac:picMk id="6" creationId="{9370F6CA-D4F4-73E7-664E-46AE0944FC73}"/>
          </ac:picMkLst>
        </pc:picChg>
        <pc:picChg chg="add mod">
          <ac:chgData name="Laura Sievewright-Johnston" userId="1d779b81-c6e4-4072-b1b8-910b8c06bc85" providerId="ADAL" clId="{06FDB961-B966-4CC6-AEC1-79E9EC3C72E8}" dt="2026-06-08T18:18:04.664" v="3557"/>
          <ac:picMkLst>
            <pc:docMk/>
            <pc:sldMk cId="399027737" sldId="460"/>
            <ac:picMk id="7" creationId="{A2DAEDBB-33C6-B1F8-1A60-30F4094F986D}"/>
          </ac:picMkLst>
        </pc:picChg>
      </pc:sldChg>
      <pc:sldChg chg="del">
        <pc:chgData name="Laura Sievewright-Johnston" userId="1d779b81-c6e4-4072-b1b8-910b8c06bc85" providerId="ADAL" clId="{06FDB961-B966-4CC6-AEC1-79E9EC3C72E8}" dt="2026-06-07T18:21:23.747" v="61" actId="47"/>
        <pc:sldMkLst>
          <pc:docMk/>
          <pc:sldMk cId="1109108592" sldId="460"/>
        </pc:sldMkLst>
      </pc:sldChg>
      <pc:sldChg chg="addSp delSp modSp add mod">
        <pc:chgData name="Laura Sievewright-Johnston" userId="1d779b81-c6e4-4072-b1b8-910b8c06bc85" providerId="ADAL" clId="{06FDB961-B966-4CC6-AEC1-79E9EC3C72E8}" dt="2026-06-08T18:20:10.372" v="3571"/>
        <pc:sldMkLst>
          <pc:docMk/>
          <pc:sldMk cId="4154057121" sldId="461"/>
        </pc:sldMkLst>
        <pc:spChg chg="mod">
          <ac:chgData name="Laura Sievewright-Johnston" userId="1d779b81-c6e4-4072-b1b8-910b8c06bc85" providerId="ADAL" clId="{06FDB961-B966-4CC6-AEC1-79E9EC3C72E8}" dt="2026-06-07T19:39:53.483" v="1610" actId="20577"/>
          <ac:spMkLst>
            <pc:docMk/>
            <pc:sldMk cId="4154057121" sldId="461"/>
            <ac:spMk id="2" creationId="{952AB302-458E-0BFA-4762-DF945BA5D83B}"/>
          </ac:spMkLst>
        </pc:spChg>
        <pc:spChg chg="mod">
          <ac:chgData name="Laura Sievewright-Johnston" userId="1d779b81-c6e4-4072-b1b8-910b8c06bc85" providerId="ADAL" clId="{06FDB961-B966-4CC6-AEC1-79E9EC3C72E8}" dt="2026-06-07T19:42:47.222" v="1755" actId="20577"/>
          <ac:spMkLst>
            <pc:docMk/>
            <pc:sldMk cId="4154057121" sldId="461"/>
            <ac:spMk id="3" creationId="{024C21BB-90F6-1B19-4FA7-A57D2B348043}"/>
          </ac:spMkLst>
        </pc:spChg>
        <pc:picChg chg="add mod">
          <ac:chgData name="Laura Sievewright-Johnston" userId="1d779b81-c6e4-4072-b1b8-910b8c06bc85" providerId="ADAL" clId="{06FDB961-B966-4CC6-AEC1-79E9EC3C72E8}" dt="2026-06-08T18:20:10.372" v="3571"/>
          <ac:picMkLst>
            <pc:docMk/>
            <pc:sldMk cId="4154057121" sldId="461"/>
            <ac:picMk id="5" creationId="{55A5FA30-BAE2-4E52-1A5F-11CACDA1BEE1}"/>
          </ac:picMkLst>
        </pc:picChg>
        <pc:picChg chg="del">
          <ac:chgData name="Laura Sievewright-Johnston" userId="1d779b81-c6e4-4072-b1b8-910b8c06bc85" providerId="ADAL" clId="{06FDB961-B966-4CC6-AEC1-79E9EC3C72E8}" dt="2026-06-08T18:20:09.738" v="3570" actId="478"/>
          <ac:picMkLst>
            <pc:docMk/>
            <pc:sldMk cId="4154057121" sldId="461"/>
            <ac:picMk id="6" creationId="{2FD92412-EA03-C0EF-AE25-F243867BF817}"/>
          </ac:picMkLst>
        </pc:picChg>
      </pc:sldChg>
      <pc:sldChg chg="del">
        <pc:chgData name="Laura Sievewright-Johnston" userId="1d779b81-c6e4-4072-b1b8-910b8c06bc85" providerId="ADAL" clId="{06FDB961-B966-4CC6-AEC1-79E9EC3C72E8}" dt="2026-06-07T18:21:24.383" v="62" actId="47"/>
        <pc:sldMkLst>
          <pc:docMk/>
          <pc:sldMk cId="4256029980" sldId="461"/>
        </pc:sldMkLst>
      </pc:sldChg>
      <pc:sldChg chg="addSp delSp modSp add mod ord">
        <pc:chgData name="Laura Sievewright-Johnston" userId="1d779b81-c6e4-4072-b1b8-910b8c06bc85" providerId="ADAL" clId="{06FDB961-B966-4CC6-AEC1-79E9EC3C72E8}" dt="2026-06-08T18:20:06.289" v="3569"/>
        <pc:sldMkLst>
          <pc:docMk/>
          <pc:sldMk cId="957729642" sldId="462"/>
        </pc:sldMkLst>
        <pc:spChg chg="mod">
          <ac:chgData name="Laura Sievewright-Johnston" userId="1d779b81-c6e4-4072-b1b8-910b8c06bc85" providerId="ADAL" clId="{06FDB961-B966-4CC6-AEC1-79E9EC3C72E8}" dt="2026-06-07T19:45:17.002" v="1877" actId="20577"/>
          <ac:spMkLst>
            <pc:docMk/>
            <pc:sldMk cId="957729642" sldId="462"/>
            <ac:spMk id="2" creationId="{6EFE3227-AB9B-82DB-16DC-7D964DA54A81}"/>
          </ac:spMkLst>
        </pc:spChg>
        <pc:spChg chg="mod">
          <ac:chgData name="Laura Sievewright-Johnston" userId="1d779b81-c6e4-4072-b1b8-910b8c06bc85" providerId="ADAL" clId="{06FDB961-B966-4CC6-AEC1-79E9EC3C72E8}" dt="2026-06-07T19:45:21.033" v="1878"/>
          <ac:spMkLst>
            <pc:docMk/>
            <pc:sldMk cId="957729642" sldId="462"/>
            <ac:spMk id="3" creationId="{9312E00C-B82B-DC5D-2133-883706FE6342}"/>
          </ac:spMkLst>
        </pc:spChg>
        <pc:picChg chg="add mod">
          <ac:chgData name="Laura Sievewright-Johnston" userId="1d779b81-c6e4-4072-b1b8-910b8c06bc85" providerId="ADAL" clId="{06FDB961-B966-4CC6-AEC1-79E9EC3C72E8}" dt="2026-06-08T18:20:06.289" v="3569"/>
          <ac:picMkLst>
            <pc:docMk/>
            <pc:sldMk cId="957729642" sldId="462"/>
            <ac:picMk id="5" creationId="{3ABB2BFA-79EB-F6E2-9DF3-B47910555CB8}"/>
          </ac:picMkLst>
        </pc:picChg>
        <pc:picChg chg="del">
          <ac:chgData name="Laura Sievewright-Johnston" userId="1d779b81-c6e4-4072-b1b8-910b8c06bc85" providerId="ADAL" clId="{06FDB961-B966-4CC6-AEC1-79E9EC3C72E8}" dt="2026-06-08T18:20:05.116" v="3568" actId="478"/>
          <ac:picMkLst>
            <pc:docMk/>
            <pc:sldMk cId="957729642" sldId="462"/>
            <ac:picMk id="6" creationId="{D3167DA0-3E85-B6DA-45C3-EB1B861C9A43}"/>
          </ac:picMkLst>
        </pc:picChg>
      </pc:sldChg>
      <pc:sldChg chg="del">
        <pc:chgData name="Laura Sievewright-Johnston" userId="1d779b81-c6e4-4072-b1b8-910b8c06bc85" providerId="ADAL" clId="{06FDB961-B966-4CC6-AEC1-79E9EC3C72E8}" dt="2026-06-07T18:21:25.391" v="63" actId="47"/>
        <pc:sldMkLst>
          <pc:docMk/>
          <pc:sldMk cId="1173214559" sldId="463"/>
        </pc:sldMkLst>
      </pc:sldChg>
      <pc:sldChg chg="addSp delSp modSp add mod ord">
        <pc:chgData name="Laura Sievewright-Johnston" userId="1d779b81-c6e4-4072-b1b8-910b8c06bc85" providerId="ADAL" clId="{06FDB961-B966-4CC6-AEC1-79E9EC3C72E8}" dt="2026-06-08T18:29:16.938" v="3980"/>
        <pc:sldMkLst>
          <pc:docMk/>
          <pc:sldMk cId="3245941759" sldId="463"/>
        </pc:sldMkLst>
        <pc:spChg chg="mod">
          <ac:chgData name="Laura Sievewright-Johnston" userId="1d779b81-c6e4-4072-b1b8-910b8c06bc85" providerId="ADAL" clId="{06FDB961-B966-4CC6-AEC1-79E9EC3C72E8}" dt="2026-06-07T19:47:04.328" v="1954" actId="20577"/>
          <ac:spMkLst>
            <pc:docMk/>
            <pc:sldMk cId="3245941759" sldId="463"/>
            <ac:spMk id="4" creationId="{4A72CF46-D4BE-4AD1-9ED6-D47B36587E12}"/>
          </ac:spMkLst>
        </pc:spChg>
        <pc:spChg chg="mod">
          <ac:chgData name="Laura Sievewright-Johnston" userId="1d779b81-c6e4-4072-b1b8-910b8c06bc85" providerId="ADAL" clId="{06FDB961-B966-4CC6-AEC1-79E9EC3C72E8}" dt="2026-06-07T19:46:51.129" v="1930" actId="20577"/>
          <ac:spMkLst>
            <pc:docMk/>
            <pc:sldMk cId="3245941759" sldId="463"/>
            <ac:spMk id="5" creationId="{D5A41E8E-0B39-81E4-72BD-F9B66FEE8EFD}"/>
          </ac:spMkLst>
        </pc:spChg>
        <pc:spChg chg="add mod">
          <ac:chgData name="Laura Sievewright-Johnston" userId="1d779b81-c6e4-4072-b1b8-910b8c06bc85" providerId="ADAL" clId="{06FDB961-B966-4CC6-AEC1-79E9EC3C72E8}" dt="2026-06-08T18:29:16.938" v="3980"/>
          <ac:spMkLst>
            <pc:docMk/>
            <pc:sldMk cId="3245941759" sldId="463"/>
            <ac:spMk id="7" creationId="{DB41523F-CFF0-7FE3-0AC5-832E9877A66D}"/>
          </ac:spMkLst>
        </pc:spChg>
        <pc:picChg chg="add mod">
          <ac:chgData name="Laura Sievewright-Johnston" userId="1d779b81-c6e4-4072-b1b8-910b8c06bc85" providerId="ADAL" clId="{06FDB961-B966-4CC6-AEC1-79E9EC3C72E8}" dt="2026-06-08T18:20:15.368" v="3573"/>
          <ac:picMkLst>
            <pc:docMk/>
            <pc:sldMk cId="3245941759" sldId="463"/>
            <ac:picMk id="2" creationId="{37C4A35B-087B-EE8A-39AB-81B1FB78A52F}"/>
          </ac:picMkLst>
        </pc:picChg>
        <pc:picChg chg="del">
          <ac:chgData name="Laura Sievewright-Johnston" userId="1d779b81-c6e4-4072-b1b8-910b8c06bc85" providerId="ADAL" clId="{06FDB961-B966-4CC6-AEC1-79E9EC3C72E8}" dt="2026-06-08T18:20:14.606" v="3572" actId="478"/>
          <ac:picMkLst>
            <pc:docMk/>
            <pc:sldMk cId="3245941759" sldId="463"/>
            <ac:picMk id="6" creationId="{809B346A-67C5-0EB0-8503-814CFB19CB69}"/>
          </ac:picMkLst>
        </pc:picChg>
      </pc:sldChg>
      <pc:sldChg chg="modSp add mod">
        <pc:chgData name="Laura Sievewright-Johnston" userId="1d779b81-c6e4-4072-b1b8-910b8c06bc85" providerId="ADAL" clId="{06FDB961-B966-4CC6-AEC1-79E9EC3C72E8}" dt="2026-06-07T19:48:12.047" v="2093" actId="20577"/>
        <pc:sldMkLst>
          <pc:docMk/>
          <pc:sldMk cId="2453549040" sldId="464"/>
        </pc:sldMkLst>
        <pc:spChg chg="mod">
          <ac:chgData name="Laura Sievewright-Johnston" userId="1d779b81-c6e4-4072-b1b8-910b8c06bc85" providerId="ADAL" clId="{06FDB961-B966-4CC6-AEC1-79E9EC3C72E8}" dt="2026-06-07T19:48:12.047" v="2093" actId="20577"/>
          <ac:spMkLst>
            <pc:docMk/>
            <pc:sldMk cId="2453549040" sldId="464"/>
            <ac:spMk id="4" creationId="{735510D7-6DFB-98BB-BDC6-9EFEB97C3C9D}"/>
          </ac:spMkLst>
        </pc:spChg>
        <pc:spChg chg="mod">
          <ac:chgData name="Laura Sievewright-Johnston" userId="1d779b81-c6e4-4072-b1b8-910b8c06bc85" providerId="ADAL" clId="{06FDB961-B966-4CC6-AEC1-79E9EC3C72E8}" dt="2026-06-07T19:47:49.017" v="2009" actId="20577"/>
          <ac:spMkLst>
            <pc:docMk/>
            <pc:sldMk cId="2453549040" sldId="464"/>
            <ac:spMk id="5" creationId="{CDDAEE95-80FC-0E92-1711-74CD019F621B}"/>
          </ac:spMkLst>
        </pc:spChg>
      </pc:sldChg>
      <pc:sldChg chg="addSp delSp modSp add mod">
        <pc:chgData name="Laura Sievewright-Johnston" userId="1d779b81-c6e4-4072-b1b8-910b8c06bc85" providerId="ADAL" clId="{06FDB961-B966-4CC6-AEC1-79E9EC3C72E8}" dt="2026-06-08T18:44:20.831" v="4041" actId="20577"/>
        <pc:sldMkLst>
          <pc:docMk/>
          <pc:sldMk cId="3430504620" sldId="465"/>
        </pc:sldMkLst>
        <pc:spChg chg="mod">
          <ac:chgData name="Laura Sievewright-Johnston" userId="1d779b81-c6e4-4072-b1b8-910b8c06bc85" providerId="ADAL" clId="{06FDB961-B966-4CC6-AEC1-79E9EC3C72E8}" dt="2026-06-08T18:12:01.161" v="3491" actId="33524"/>
          <ac:spMkLst>
            <pc:docMk/>
            <pc:sldMk cId="3430504620" sldId="465"/>
            <ac:spMk id="4" creationId="{F9E0EAAE-A620-1747-7B55-3A54DD420905}"/>
          </ac:spMkLst>
        </pc:spChg>
        <pc:spChg chg="mod">
          <ac:chgData name="Laura Sievewright-Johnston" userId="1d779b81-c6e4-4072-b1b8-910b8c06bc85" providerId="ADAL" clId="{06FDB961-B966-4CC6-AEC1-79E9EC3C72E8}" dt="2026-06-08T18:11:53.755" v="3490" actId="20577"/>
          <ac:spMkLst>
            <pc:docMk/>
            <pc:sldMk cId="3430504620" sldId="465"/>
            <ac:spMk id="5" creationId="{0F91FA09-7B3C-469C-3629-B5BEC4016673}"/>
          </ac:spMkLst>
        </pc:spChg>
        <pc:spChg chg="add mod">
          <ac:chgData name="Laura Sievewright-Johnston" userId="1d779b81-c6e4-4072-b1b8-910b8c06bc85" providerId="ADAL" clId="{06FDB961-B966-4CC6-AEC1-79E9EC3C72E8}" dt="2026-06-08T18:44:20.831" v="4041" actId="20577"/>
          <ac:spMkLst>
            <pc:docMk/>
            <pc:sldMk cId="3430504620" sldId="465"/>
            <ac:spMk id="10" creationId="{9669E97A-9E29-CA34-791F-98A4AC8264B6}"/>
          </ac:spMkLst>
        </pc:spChg>
        <pc:graphicFrameChg chg="add del mod">
          <ac:chgData name="Laura Sievewright-Johnston" userId="1d779b81-c6e4-4072-b1b8-910b8c06bc85" providerId="ADAL" clId="{06FDB961-B966-4CC6-AEC1-79E9EC3C72E8}" dt="2026-06-08T16:58:27.248" v="2395" actId="478"/>
          <ac:graphicFrameMkLst>
            <pc:docMk/>
            <pc:sldMk cId="3430504620" sldId="465"/>
            <ac:graphicFrameMk id="2" creationId="{753F7057-1A8B-37B1-D876-562A99D6E1DC}"/>
          </ac:graphicFrameMkLst>
        </pc:graphicFrameChg>
        <pc:graphicFrameChg chg="add mod modGraphic">
          <ac:chgData name="Laura Sievewright-Johnston" userId="1d779b81-c6e4-4072-b1b8-910b8c06bc85" providerId="ADAL" clId="{06FDB961-B966-4CC6-AEC1-79E9EC3C72E8}" dt="2026-06-08T18:01:16.717" v="3125" actId="255"/>
          <ac:graphicFrameMkLst>
            <pc:docMk/>
            <pc:sldMk cId="3430504620" sldId="465"/>
            <ac:graphicFrameMk id="7" creationId="{3A9EA363-DAD2-3BFC-5A30-7D46B156521E}"/>
          </ac:graphicFrameMkLst>
        </pc:graphicFrameChg>
        <pc:graphicFrameChg chg="add mod modGraphic">
          <ac:chgData name="Laura Sievewright-Johnston" userId="1d779b81-c6e4-4072-b1b8-910b8c06bc85" providerId="ADAL" clId="{06FDB961-B966-4CC6-AEC1-79E9EC3C72E8}" dt="2026-06-08T18:02:12.950" v="3129" actId="1076"/>
          <ac:graphicFrameMkLst>
            <pc:docMk/>
            <pc:sldMk cId="3430504620" sldId="465"/>
            <ac:graphicFrameMk id="8" creationId="{9BF6CCD3-2B32-0F6B-6A38-5A5F8A496149}"/>
          </ac:graphicFrameMkLst>
        </pc:graphicFrameChg>
        <pc:picChg chg="del">
          <ac:chgData name="Laura Sievewright-Johnston" userId="1d779b81-c6e4-4072-b1b8-910b8c06bc85" providerId="ADAL" clId="{06FDB961-B966-4CC6-AEC1-79E9EC3C72E8}" dt="2026-06-08T18:21:14.254" v="3578" actId="478"/>
          <ac:picMkLst>
            <pc:docMk/>
            <pc:sldMk cId="3430504620" sldId="465"/>
            <ac:picMk id="6" creationId="{B71C2B25-750D-0D34-E77E-4343DF2F562C}"/>
          </ac:picMkLst>
        </pc:picChg>
        <pc:picChg chg="add mod">
          <ac:chgData name="Laura Sievewright-Johnston" userId="1d779b81-c6e4-4072-b1b8-910b8c06bc85" providerId="ADAL" clId="{06FDB961-B966-4CC6-AEC1-79E9EC3C72E8}" dt="2026-06-08T18:21:14.874" v="3579"/>
          <ac:picMkLst>
            <pc:docMk/>
            <pc:sldMk cId="3430504620" sldId="465"/>
            <ac:picMk id="9" creationId="{E61BE341-72EC-3348-7B1C-F7DC1A7769CE}"/>
          </ac:picMkLst>
        </pc:picChg>
      </pc:sldChg>
      <pc:sldChg chg="addSp delSp modSp add mod">
        <pc:chgData name="Laura Sievewright-Johnston" userId="1d779b81-c6e4-4072-b1b8-910b8c06bc85" providerId="ADAL" clId="{06FDB961-B966-4CC6-AEC1-79E9EC3C72E8}" dt="2026-06-08T18:44:57.151" v="4045"/>
        <pc:sldMkLst>
          <pc:docMk/>
          <pc:sldMk cId="3470153435" sldId="466"/>
        </pc:sldMkLst>
        <pc:spChg chg="mod">
          <ac:chgData name="Laura Sievewright-Johnston" userId="1d779b81-c6e4-4072-b1b8-910b8c06bc85" providerId="ADAL" clId="{06FDB961-B966-4CC6-AEC1-79E9EC3C72E8}" dt="2026-06-07T19:48:47.489" v="2121" actId="20577"/>
          <ac:spMkLst>
            <pc:docMk/>
            <pc:sldMk cId="3470153435" sldId="466"/>
            <ac:spMk id="5" creationId="{2BF62341-DE4F-0B82-F1D1-5FE97BDBD2CE}"/>
          </ac:spMkLst>
        </pc:spChg>
        <pc:spChg chg="add mod">
          <ac:chgData name="Laura Sievewright-Johnston" userId="1d779b81-c6e4-4072-b1b8-910b8c06bc85" providerId="ADAL" clId="{06FDB961-B966-4CC6-AEC1-79E9EC3C72E8}" dt="2026-06-08T18:44:57.151" v="4045"/>
          <ac:spMkLst>
            <pc:docMk/>
            <pc:sldMk cId="3470153435" sldId="466"/>
            <ac:spMk id="7" creationId="{B49FC0A0-405B-502F-EA21-AB18F9F2DEE0}"/>
          </ac:spMkLst>
        </pc:spChg>
        <pc:picChg chg="add mod">
          <ac:chgData name="Laura Sievewright-Johnston" userId="1d779b81-c6e4-4072-b1b8-910b8c06bc85" providerId="ADAL" clId="{06FDB961-B966-4CC6-AEC1-79E9EC3C72E8}" dt="2026-06-08T18:22:13.939" v="3609"/>
          <ac:picMkLst>
            <pc:docMk/>
            <pc:sldMk cId="3470153435" sldId="466"/>
            <ac:picMk id="2" creationId="{FB22A17B-3450-5EE9-3EA2-ED90688DFE71}"/>
          </ac:picMkLst>
        </pc:picChg>
        <pc:picChg chg="del">
          <ac:chgData name="Laura Sievewright-Johnston" userId="1d779b81-c6e4-4072-b1b8-910b8c06bc85" providerId="ADAL" clId="{06FDB961-B966-4CC6-AEC1-79E9EC3C72E8}" dt="2026-06-08T18:22:13.443" v="3608" actId="478"/>
          <ac:picMkLst>
            <pc:docMk/>
            <pc:sldMk cId="3470153435" sldId="466"/>
            <ac:picMk id="6" creationId="{816FFC31-8229-2E42-711A-9F82FC6FE32B}"/>
          </ac:picMkLst>
        </pc:picChg>
      </pc:sldChg>
      <pc:sldChg chg="new del">
        <pc:chgData name="Laura Sievewright-Johnston" userId="1d779b81-c6e4-4072-b1b8-910b8c06bc85" providerId="ADAL" clId="{06FDB961-B966-4CC6-AEC1-79E9EC3C72E8}" dt="2026-06-07T19:48:54.444" v="2123" actId="47"/>
        <pc:sldMkLst>
          <pc:docMk/>
          <pc:sldMk cId="699000442" sldId="467"/>
        </pc:sldMkLst>
      </pc:sldChg>
      <pc:sldChg chg="addSp delSp modSp add mod">
        <pc:chgData name="Laura Sievewright-Johnston" userId="1d779b81-c6e4-4072-b1b8-910b8c06bc85" providerId="ADAL" clId="{06FDB961-B966-4CC6-AEC1-79E9EC3C72E8}" dt="2026-06-08T18:48:33.149" v="4146" actId="21"/>
        <pc:sldMkLst>
          <pc:docMk/>
          <pc:sldMk cId="1058712708" sldId="467"/>
        </pc:sldMkLst>
        <pc:spChg chg="mod">
          <ac:chgData name="Laura Sievewright-Johnston" userId="1d779b81-c6e4-4072-b1b8-910b8c06bc85" providerId="ADAL" clId="{06FDB961-B966-4CC6-AEC1-79E9EC3C72E8}" dt="2026-06-07T19:49:03.893" v="2129" actId="20577"/>
          <ac:spMkLst>
            <pc:docMk/>
            <pc:sldMk cId="1058712708" sldId="467"/>
            <ac:spMk id="5" creationId="{CBD06961-C7CC-8F96-0C64-410466EA5EA4}"/>
          </ac:spMkLst>
        </pc:spChg>
        <pc:spChg chg="add mod">
          <ac:chgData name="Laura Sievewright-Johnston" userId="1d779b81-c6e4-4072-b1b8-910b8c06bc85" providerId="ADAL" clId="{06FDB961-B966-4CC6-AEC1-79E9EC3C72E8}" dt="2026-06-08T18:42:46.064" v="4032"/>
          <ac:spMkLst>
            <pc:docMk/>
            <pc:sldMk cId="1058712708" sldId="467"/>
            <ac:spMk id="7" creationId="{CA43871B-D009-ABBC-B3D6-5B181CDA918D}"/>
          </ac:spMkLst>
        </pc:spChg>
        <pc:graphicFrameChg chg="add del modGraphic">
          <ac:chgData name="Laura Sievewright-Johnston" userId="1d779b81-c6e4-4072-b1b8-910b8c06bc85" providerId="ADAL" clId="{06FDB961-B966-4CC6-AEC1-79E9EC3C72E8}" dt="2026-06-08T18:48:33.149" v="4146" actId="21"/>
          <ac:graphicFrameMkLst>
            <pc:docMk/>
            <pc:sldMk cId="1058712708" sldId="467"/>
            <ac:graphicFrameMk id="9" creationId="{DC46054B-7E90-709A-0329-689489B02BA2}"/>
          </ac:graphicFrameMkLst>
        </pc:graphicFrameChg>
        <pc:picChg chg="add mod">
          <ac:chgData name="Laura Sievewright-Johnston" userId="1d779b81-c6e4-4072-b1b8-910b8c06bc85" providerId="ADAL" clId="{06FDB961-B966-4CC6-AEC1-79E9EC3C72E8}" dt="2026-06-08T18:22:17.989" v="3611"/>
          <ac:picMkLst>
            <pc:docMk/>
            <pc:sldMk cId="1058712708" sldId="467"/>
            <ac:picMk id="2" creationId="{2E21E6EE-EDBC-8893-F5C8-BB350D579801}"/>
          </ac:picMkLst>
        </pc:picChg>
        <pc:picChg chg="del">
          <ac:chgData name="Laura Sievewright-Johnston" userId="1d779b81-c6e4-4072-b1b8-910b8c06bc85" providerId="ADAL" clId="{06FDB961-B966-4CC6-AEC1-79E9EC3C72E8}" dt="2026-06-08T18:22:17.305" v="3610" actId="478"/>
          <ac:picMkLst>
            <pc:docMk/>
            <pc:sldMk cId="1058712708" sldId="467"/>
            <ac:picMk id="6" creationId="{7834EC8A-F34B-345E-858E-1F6E9552004C}"/>
          </ac:picMkLst>
        </pc:picChg>
      </pc:sldChg>
      <pc:sldChg chg="addSp delSp modSp add mod">
        <pc:chgData name="Laura Sievewright-Johnston" userId="1d779b81-c6e4-4072-b1b8-910b8c06bc85" providerId="ADAL" clId="{06FDB961-B966-4CC6-AEC1-79E9EC3C72E8}" dt="2026-06-08T18:56:56.571" v="4306" actId="1076"/>
        <pc:sldMkLst>
          <pc:docMk/>
          <pc:sldMk cId="2834948204" sldId="468"/>
        </pc:sldMkLst>
        <pc:spChg chg="mod">
          <ac:chgData name="Laura Sievewright-Johnston" userId="1d779b81-c6e4-4072-b1b8-910b8c06bc85" providerId="ADAL" clId="{06FDB961-B966-4CC6-AEC1-79E9EC3C72E8}" dt="2026-06-08T18:47:19.319" v="4141" actId="20577"/>
          <ac:spMkLst>
            <pc:docMk/>
            <pc:sldMk cId="2834948204" sldId="468"/>
            <ac:spMk id="4" creationId="{B182D59C-1DFD-DD85-9F0C-BFEFED677F9F}"/>
          </ac:spMkLst>
        </pc:spChg>
        <pc:spChg chg="mod">
          <ac:chgData name="Laura Sievewright-Johnston" userId="1d779b81-c6e4-4072-b1b8-910b8c06bc85" providerId="ADAL" clId="{06FDB961-B966-4CC6-AEC1-79E9EC3C72E8}" dt="2026-06-07T19:49:22.514" v="2163" actId="20577"/>
          <ac:spMkLst>
            <pc:docMk/>
            <pc:sldMk cId="2834948204" sldId="468"/>
            <ac:spMk id="5" creationId="{F29D9386-8798-DF3B-C3A7-393F7FC5F2AE}"/>
          </ac:spMkLst>
        </pc:spChg>
        <pc:spChg chg="add mod">
          <ac:chgData name="Laura Sievewright-Johnston" userId="1d779b81-c6e4-4072-b1b8-910b8c06bc85" providerId="ADAL" clId="{06FDB961-B966-4CC6-AEC1-79E9EC3C72E8}" dt="2026-06-08T18:46:49.882" v="4046"/>
          <ac:spMkLst>
            <pc:docMk/>
            <pc:sldMk cId="2834948204" sldId="468"/>
            <ac:spMk id="7" creationId="{1E18A552-6485-95FD-030F-2957C6689F45}"/>
          </ac:spMkLst>
        </pc:spChg>
        <pc:spChg chg="add del">
          <ac:chgData name="Laura Sievewright-Johnston" userId="1d779b81-c6e4-4072-b1b8-910b8c06bc85" providerId="ADAL" clId="{06FDB961-B966-4CC6-AEC1-79E9EC3C72E8}" dt="2026-06-08T18:48:29.378" v="4144" actId="22"/>
          <ac:spMkLst>
            <pc:docMk/>
            <pc:sldMk cId="2834948204" sldId="468"/>
            <ac:spMk id="9" creationId="{C8028668-0DDB-EE92-0C7D-F7986B4FD1A1}"/>
          </ac:spMkLst>
        </pc:spChg>
        <pc:graphicFrameChg chg="add mod modGraphic">
          <ac:chgData name="Laura Sievewright-Johnston" userId="1d779b81-c6e4-4072-b1b8-910b8c06bc85" providerId="ADAL" clId="{06FDB961-B966-4CC6-AEC1-79E9EC3C72E8}" dt="2026-06-08T18:56:56.571" v="4306" actId="1076"/>
          <ac:graphicFrameMkLst>
            <pc:docMk/>
            <pc:sldMk cId="2834948204" sldId="468"/>
            <ac:graphicFrameMk id="10" creationId="{D89CDFA9-A757-E2BE-83FC-84EF896F1B20}"/>
          </ac:graphicFrameMkLst>
        </pc:graphicFrameChg>
        <pc:picChg chg="add mod">
          <ac:chgData name="Laura Sievewright-Johnston" userId="1d779b81-c6e4-4072-b1b8-910b8c06bc85" providerId="ADAL" clId="{06FDB961-B966-4CC6-AEC1-79E9EC3C72E8}" dt="2026-06-08T18:22:21.361" v="3613"/>
          <ac:picMkLst>
            <pc:docMk/>
            <pc:sldMk cId="2834948204" sldId="468"/>
            <ac:picMk id="2" creationId="{763739AF-3747-C3F3-9E05-4D151FA771D1}"/>
          </ac:picMkLst>
        </pc:picChg>
        <pc:picChg chg="del">
          <ac:chgData name="Laura Sievewright-Johnston" userId="1d779b81-c6e4-4072-b1b8-910b8c06bc85" providerId="ADAL" clId="{06FDB961-B966-4CC6-AEC1-79E9EC3C72E8}" dt="2026-06-08T18:22:20.849" v="3612" actId="478"/>
          <ac:picMkLst>
            <pc:docMk/>
            <pc:sldMk cId="2834948204" sldId="468"/>
            <ac:picMk id="6" creationId="{E713F076-C426-7DB5-A403-8B14AD7AF711}"/>
          </ac:picMkLst>
        </pc:picChg>
      </pc:sldChg>
      <pc:sldChg chg="del">
        <pc:chgData name="Laura Sievewright-Johnston" userId="1d779b81-c6e4-4072-b1b8-910b8c06bc85" providerId="ADAL" clId="{06FDB961-B966-4CC6-AEC1-79E9EC3C72E8}" dt="2026-06-07T18:21:26.078" v="64" actId="47"/>
        <pc:sldMkLst>
          <pc:docMk/>
          <pc:sldMk cId="2875527920" sldId="468"/>
        </pc:sldMkLst>
      </pc:sldChg>
      <pc:sldChg chg="addSp delSp modSp add mod">
        <pc:chgData name="Laura Sievewright-Johnston" userId="1d779b81-c6e4-4072-b1b8-910b8c06bc85" providerId="ADAL" clId="{06FDB961-B966-4CC6-AEC1-79E9EC3C72E8}" dt="2026-06-08T18:58:19.958" v="4317" actId="20577"/>
        <pc:sldMkLst>
          <pc:docMk/>
          <pc:sldMk cId="3420483903" sldId="469"/>
        </pc:sldMkLst>
        <pc:spChg chg="mod">
          <ac:chgData name="Laura Sievewright-Johnston" userId="1d779b81-c6e4-4072-b1b8-910b8c06bc85" providerId="ADAL" clId="{06FDB961-B966-4CC6-AEC1-79E9EC3C72E8}" dt="2026-06-08T18:41:10.631" v="4030" actId="20577"/>
          <ac:spMkLst>
            <pc:docMk/>
            <pc:sldMk cId="3420483903" sldId="469"/>
            <ac:spMk id="4" creationId="{2A48761E-7060-E9F1-8A72-238DC3EED039}"/>
          </ac:spMkLst>
        </pc:spChg>
        <pc:spChg chg="mod">
          <ac:chgData name="Laura Sievewright-Johnston" userId="1d779b81-c6e4-4072-b1b8-910b8c06bc85" providerId="ADAL" clId="{06FDB961-B966-4CC6-AEC1-79E9EC3C72E8}" dt="2026-06-08T18:58:19.958" v="4317" actId="20577"/>
          <ac:spMkLst>
            <pc:docMk/>
            <pc:sldMk cId="3420483903" sldId="469"/>
            <ac:spMk id="5" creationId="{F6A0210A-FAAC-4EC4-0695-19367B63E3C2}"/>
          </ac:spMkLst>
        </pc:spChg>
        <pc:spChg chg="add del">
          <ac:chgData name="Laura Sievewright-Johnston" userId="1d779b81-c6e4-4072-b1b8-910b8c06bc85" providerId="ADAL" clId="{06FDB961-B966-4CC6-AEC1-79E9EC3C72E8}" dt="2026-06-08T18:24:14.786" v="3675" actId="22"/>
          <ac:spMkLst>
            <pc:docMk/>
            <pc:sldMk cId="3420483903" sldId="469"/>
            <ac:spMk id="7" creationId="{E12F7CD5-390B-7841-7584-32357FDCDB32}"/>
          </ac:spMkLst>
        </pc:spChg>
        <pc:spChg chg="add mod">
          <ac:chgData name="Laura Sievewright-Johnston" userId="1d779b81-c6e4-4072-b1b8-910b8c06bc85" providerId="ADAL" clId="{06FDB961-B966-4CC6-AEC1-79E9EC3C72E8}" dt="2026-06-08T18:57:44.164" v="4308" actId="20577"/>
          <ac:spMkLst>
            <pc:docMk/>
            <pc:sldMk cId="3420483903" sldId="469"/>
            <ac:spMk id="9" creationId="{99EA7772-22C7-0ACE-BFA7-4FB17FE79F0F}"/>
          </ac:spMkLst>
        </pc:spChg>
        <pc:picChg chg="del">
          <ac:chgData name="Laura Sievewright-Johnston" userId="1d779b81-c6e4-4072-b1b8-910b8c06bc85" providerId="ADAL" clId="{06FDB961-B966-4CC6-AEC1-79E9EC3C72E8}" dt="2026-06-08T18:24:12.579" v="3673" actId="478"/>
          <ac:picMkLst>
            <pc:docMk/>
            <pc:sldMk cId="3420483903" sldId="469"/>
            <ac:picMk id="6" creationId="{1D43DF9D-6FC8-7600-3537-45988CAE771F}"/>
          </ac:picMkLst>
        </pc:picChg>
        <pc:picChg chg="add mod">
          <ac:chgData name="Laura Sievewright-Johnston" userId="1d779b81-c6e4-4072-b1b8-910b8c06bc85" providerId="ADAL" clId="{06FDB961-B966-4CC6-AEC1-79E9EC3C72E8}" dt="2026-06-08T18:24:23.941" v="3676"/>
          <ac:picMkLst>
            <pc:docMk/>
            <pc:sldMk cId="3420483903" sldId="469"/>
            <ac:picMk id="8" creationId="{9171A64E-5BC3-7056-2E0F-499FB7B74281}"/>
          </ac:picMkLst>
        </pc:picChg>
      </pc:sldChg>
      <pc:sldChg chg="addSp delSp modSp add mod">
        <pc:chgData name="Laura Sievewright-Johnston" userId="1d779b81-c6e4-4072-b1b8-910b8c06bc85" providerId="ADAL" clId="{06FDB961-B966-4CC6-AEC1-79E9EC3C72E8}" dt="2026-06-08T18:58:38.518" v="4323"/>
        <pc:sldMkLst>
          <pc:docMk/>
          <pc:sldMk cId="2403200691" sldId="470"/>
        </pc:sldMkLst>
        <pc:spChg chg="mod">
          <ac:chgData name="Laura Sievewright-Johnston" userId="1d779b81-c6e4-4072-b1b8-910b8c06bc85" providerId="ADAL" clId="{06FDB961-B966-4CC6-AEC1-79E9EC3C72E8}" dt="2026-06-08T18:58:38.518" v="4323"/>
          <ac:spMkLst>
            <pc:docMk/>
            <pc:sldMk cId="2403200691" sldId="470"/>
            <ac:spMk id="4" creationId="{C7B51604-DAC6-25EA-AD01-CF19BB692E7B}"/>
          </ac:spMkLst>
        </pc:spChg>
        <pc:spChg chg="mod">
          <ac:chgData name="Laura Sievewright-Johnston" userId="1d779b81-c6e4-4072-b1b8-910b8c06bc85" providerId="ADAL" clId="{06FDB961-B966-4CC6-AEC1-79E9EC3C72E8}" dt="2026-06-08T18:58:27.696" v="4322" actId="20577"/>
          <ac:spMkLst>
            <pc:docMk/>
            <pc:sldMk cId="2403200691" sldId="470"/>
            <ac:spMk id="5" creationId="{F4D75F2B-9792-72FE-CEE2-05B37BAB8799}"/>
          </ac:spMkLst>
        </pc:spChg>
        <pc:spChg chg="add mod">
          <ac:chgData name="Laura Sievewright-Johnston" userId="1d779b81-c6e4-4072-b1b8-910b8c06bc85" providerId="ADAL" clId="{06FDB961-B966-4CC6-AEC1-79E9EC3C72E8}" dt="2026-06-08T18:58:09.127" v="4312"/>
          <ac:spMkLst>
            <pc:docMk/>
            <pc:sldMk cId="2403200691" sldId="470"/>
            <ac:spMk id="7" creationId="{F2803A4F-4E44-A9E4-0F20-85ECFC806FAD}"/>
          </ac:spMkLst>
        </pc:spChg>
        <pc:picChg chg="add mod">
          <ac:chgData name="Laura Sievewright-Johnston" userId="1d779b81-c6e4-4072-b1b8-910b8c06bc85" providerId="ADAL" clId="{06FDB961-B966-4CC6-AEC1-79E9EC3C72E8}" dt="2026-06-08T18:24:27.712" v="3678"/>
          <ac:picMkLst>
            <pc:docMk/>
            <pc:sldMk cId="2403200691" sldId="470"/>
            <ac:picMk id="2" creationId="{FE79147B-9C0B-7D21-F45E-A5F37A4250E7}"/>
          </ac:picMkLst>
        </pc:picChg>
        <pc:picChg chg="del">
          <ac:chgData name="Laura Sievewright-Johnston" userId="1d779b81-c6e4-4072-b1b8-910b8c06bc85" providerId="ADAL" clId="{06FDB961-B966-4CC6-AEC1-79E9EC3C72E8}" dt="2026-06-08T18:24:27.029" v="3677" actId="478"/>
          <ac:picMkLst>
            <pc:docMk/>
            <pc:sldMk cId="2403200691" sldId="470"/>
            <ac:picMk id="6" creationId="{36B6C4D2-87D3-77C8-4AEE-D5A6C170F6E9}"/>
          </ac:picMkLst>
        </pc:picChg>
      </pc:sldChg>
      <pc:sldChg chg="modSp add mod">
        <pc:chgData name="Laura Sievewright-Johnston" userId="1d779b81-c6e4-4072-b1b8-910b8c06bc85" providerId="ADAL" clId="{06FDB961-B966-4CC6-AEC1-79E9EC3C72E8}" dt="2026-06-07T19:52:23.996" v="2254" actId="20577"/>
        <pc:sldMkLst>
          <pc:docMk/>
          <pc:sldMk cId="4284685887" sldId="471"/>
        </pc:sldMkLst>
        <pc:spChg chg="mod">
          <ac:chgData name="Laura Sievewright-Johnston" userId="1d779b81-c6e4-4072-b1b8-910b8c06bc85" providerId="ADAL" clId="{06FDB961-B966-4CC6-AEC1-79E9EC3C72E8}" dt="2026-06-07T19:52:23.996" v="2254" actId="20577"/>
          <ac:spMkLst>
            <pc:docMk/>
            <pc:sldMk cId="4284685887" sldId="471"/>
            <ac:spMk id="5" creationId="{A5DDB0F3-06BC-F1F4-A995-CC054783A778}"/>
          </ac:spMkLst>
        </pc:spChg>
      </pc:sldChg>
      <pc:sldChg chg="new del">
        <pc:chgData name="Laura Sievewright-Johnston" userId="1d779b81-c6e4-4072-b1b8-910b8c06bc85" providerId="ADAL" clId="{06FDB961-B966-4CC6-AEC1-79E9EC3C72E8}" dt="2026-06-07T19:52:32.646" v="2256" actId="47"/>
        <pc:sldMkLst>
          <pc:docMk/>
          <pc:sldMk cId="2348509009" sldId="472"/>
        </pc:sldMkLst>
      </pc:sldChg>
      <pc:sldChg chg="addSp delSp modSp add mod ord">
        <pc:chgData name="Laura Sievewright-Johnston" userId="1d779b81-c6e4-4072-b1b8-910b8c06bc85" providerId="ADAL" clId="{06FDB961-B966-4CC6-AEC1-79E9EC3C72E8}" dt="2026-06-08T19:01:02.155" v="4358" actId="20577"/>
        <pc:sldMkLst>
          <pc:docMk/>
          <pc:sldMk cId="2433026441" sldId="472"/>
        </pc:sldMkLst>
        <pc:spChg chg="mod">
          <ac:chgData name="Laura Sievewright-Johnston" userId="1d779b81-c6e4-4072-b1b8-910b8c06bc85" providerId="ADAL" clId="{06FDB961-B966-4CC6-AEC1-79E9EC3C72E8}" dt="2026-06-08T19:01:02.155" v="4358" actId="20577"/>
          <ac:spMkLst>
            <pc:docMk/>
            <pc:sldMk cId="2433026441" sldId="472"/>
            <ac:spMk id="4" creationId="{55E63DB0-597D-6CB0-F76D-EC7732084831}"/>
          </ac:spMkLst>
        </pc:spChg>
        <pc:spChg chg="mod">
          <ac:chgData name="Laura Sievewright-Johnston" userId="1d779b81-c6e4-4072-b1b8-910b8c06bc85" providerId="ADAL" clId="{06FDB961-B966-4CC6-AEC1-79E9EC3C72E8}" dt="2026-06-07T19:52:52.603" v="2288" actId="20577"/>
          <ac:spMkLst>
            <pc:docMk/>
            <pc:sldMk cId="2433026441" sldId="472"/>
            <ac:spMk id="5" creationId="{EA448115-A823-3FAE-BC48-368731F590B2}"/>
          </ac:spMkLst>
        </pc:spChg>
        <pc:spChg chg="add mod">
          <ac:chgData name="Laura Sievewright-Johnston" userId="1d779b81-c6e4-4072-b1b8-910b8c06bc85" providerId="ADAL" clId="{06FDB961-B966-4CC6-AEC1-79E9EC3C72E8}" dt="2026-06-08T18:27:54.090" v="3947" actId="20577"/>
          <ac:spMkLst>
            <pc:docMk/>
            <pc:sldMk cId="2433026441" sldId="472"/>
            <ac:spMk id="7" creationId="{5357CFD7-A501-DA71-AA27-3658D5C3D544}"/>
          </ac:spMkLst>
        </pc:spChg>
        <pc:picChg chg="add mod">
          <ac:chgData name="Laura Sievewright-Johnston" userId="1d779b81-c6e4-4072-b1b8-910b8c06bc85" providerId="ADAL" clId="{06FDB961-B966-4CC6-AEC1-79E9EC3C72E8}" dt="2026-06-08T18:19:56.146" v="3567"/>
          <ac:picMkLst>
            <pc:docMk/>
            <pc:sldMk cId="2433026441" sldId="472"/>
            <ac:picMk id="2" creationId="{B2ED6138-0ED2-6A26-4DF2-0974A5932DD5}"/>
          </ac:picMkLst>
        </pc:picChg>
        <pc:picChg chg="del">
          <ac:chgData name="Laura Sievewright-Johnston" userId="1d779b81-c6e4-4072-b1b8-910b8c06bc85" providerId="ADAL" clId="{06FDB961-B966-4CC6-AEC1-79E9EC3C72E8}" dt="2026-06-08T18:19:55.478" v="3566" actId="478"/>
          <ac:picMkLst>
            <pc:docMk/>
            <pc:sldMk cId="2433026441" sldId="472"/>
            <ac:picMk id="6" creationId="{43414D5D-D395-5CA9-5316-693F1D4E8470}"/>
          </ac:picMkLst>
        </pc:picChg>
      </pc:sldChg>
      <pc:sldChg chg="addSp delSp modSp mod">
        <pc:chgData name="Laura Sievewright-Johnston" userId="1d779b81-c6e4-4072-b1b8-910b8c06bc85" providerId="ADAL" clId="{06FDB961-B966-4CC6-AEC1-79E9EC3C72E8}" dt="2026-06-08T18:26:18.247" v="3796" actId="20577"/>
        <pc:sldMkLst>
          <pc:docMk/>
          <pc:sldMk cId="504763693" sldId="473"/>
        </pc:sldMkLst>
        <pc:spChg chg="mod">
          <ac:chgData name="Laura Sievewright-Johnston" userId="1d779b81-c6e4-4072-b1b8-910b8c06bc85" providerId="ADAL" clId="{06FDB961-B966-4CC6-AEC1-79E9EC3C72E8}" dt="2026-06-08T18:26:18.247" v="3796" actId="20577"/>
          <ac:spMkLst>
            <pc:docMk/>
            <pc:sldMk cId="504763693" sldId="473"/>
            <ac:spMk id="4" creationId="{A057054D-6A72-4FBC-8D22-90A1E151A742}"/>
          </ac:spMkLst>
        </pc:spChg>
        <pc:picChg chg="del">
          <ac:chgData name="Laura Sievewright-Johnston" userId="1d779b81-c6e4-4072-b1b8-910b8c06bc85" providerId="ADAL" clId="{06FDB961-B966-4CC6-AEC1-79E9EC3C72E8}" dt="2026-06-08T18:16:54.351" v="3551" actId="478"/>
          <ac:picMkLst>
            <pc:docMk/>
            <pc:sldMk cId="504763693" sldId="473"/>
            <ac:picMk id="9" creationId="{613770EE-13AA-48DD-2665-B82C6FB90C97}"/>
          </ac:picMkLst>
        </pc:picChg>
        <pc:picChg chg="add mod">
          <ac:chgData name="Laura Sievewright-Johnston" userId="1d779b81-c6e4-4072-b1b8-910b8c06bc85" providerId="ADAL" clId="{06FDB961-B966-4CC6-AEC1-79E9EC3C72E8}" dt="2026-06-08T18:16:55.004" v="3552"/>
          <ac:picMkLst>
            <pc:docMk/>
            <pc:sldMk cId="504763693" sldId="473"/>
            <ac:picMk id="10" creationId="{FB4D4B9B-31C8-28B0-9A8D-5CB4C278E90C}"/>
          </ac:picMkLst>
        </pc:picChg>
      </pc:sldChg>
      <pc:sldChg chg="addSp delSp modSp mod">
        <pc:chgData name="Laura Sievewright-Johnston" userId="1d779b81-c6e4-4072-b1b8-910b8c06bc85" providerId="ADAL" clId="{06FDB961-B966-4CC6-AEC1-79E9EC3C72E8}" dt="2026-06-08T18:51:24.336" v="4233" actId="478"/>
        <pc:sldMkLst>
          <pc:docMk/>
          <pc:sldMk cId="1736041582" sldId="474"/>
        </pc:sldMkLst>
        <pc:spChg chg="mod">
          <ac:chgData name="Laura Sievewright-Johnston" userId="1d779b81-c6e4-4072-b1b8-910b8c06bc85" providerId="ADAL" clId="{06FDB961-B966-4CC6-AEC1-79E9EC3C72E8}" dt="2026-06-08T18:24:00.358" v="3672" actId="313"/>
          <ac:spMkLst>
            <pc:docMk/>
            <pc:sldMk cId="1736041582" sldId="474"/>
            <ac:spMk id="4" creationId="{B417050A-70C7-95F6-BFC1-F7370517F442}"/>
          </ac:spMkLst>
        </pc:spChg>
        <pc:spChg chg="mod">
          <ac:chgData name="Laura Sievewright-Johnston" userId="1d779b81-c6e4-4072-b1b8-910b8c06bc85" providerId="ADAL" clId="{06FDB961-B966-4CC6-AEC1-79E9EC3C72E8}" dt="2026-06-08T18:16:00.933" v="3543" actId="313"/>
          <ac:spMkLst>
            <pc:docMk/>
            <pc:sldMk cId="1736041582" sldId="474"/>
            <ac:spMk id="5" creationId="{ABC88BC4-30D7-A7BC-89E7-CDB58E0A2591}"/>
          </ac:spMkLst>
        </pc:spChg>
        <pc:spChg chg="add del mod">
          <ac:chgData name="Laura Sievewright-Johnston" userId="1d779b81-c6e4-4072-b1b8-910b8c06bc85" providerId="ADAL" clId="{06FDB961-B966-4CC6-AEC1-79E9EC3C72E8}" dt="2026-06-08T18:51:24.336" v="4233" actId="478"/>
          <ac:spMkLst>
            <pc:docMk/>
            <pc:sldMk cId="1736041582" sldId="474"/>
            <ac:spMk id="8" creationId="{217C52E4-6119-BBAE-76E0-5171C501385B}"/>
          </ac:spMkLst>
        </pc:spChg>
        <pc:picChg chg="del">
          <ac:chgData name="Laura Sievewright-Johnston" userId="1d779b81-c6e4-4072-b1b8-910b8c06bc85" providerId="ADAL" clId="{06FDB961-B966-4CC6-AEC1-79E9EC3C72E8}" dt="2026-06-08T18:22:24.611" v="3614" actId="478"/>
          <ac:picMkLst>
            <pc:docMk/>
            <pc:sldMk cId="1736041582" sldId="474"/>
            <ac:picMk id="6" creationId="{ACC6B46B-557C-CB00-1C65-E968803AEEE7}"/>
          </ac:picMkLst>
        </pc:picChg>
        <pc:picChg chg="add mod">
          <ac:chgData name="Laura Sievewright-Johnston" userId="1d779b81-c6e4-4072-b1b8-910b8c06bc85" providerId="ADAL" clId="{06FDB961-B966-4CC6-AEC1-79E9EC3C72E8}" dt="2026-06-08T18:22:25.286" v="3615"/>
          <ac:picMkLst>
            <pc:docMk/>
            <pc:sldMk cId="1736041582" sldId="474"/>
            <ac:picMk id="7" creationId="{C589B2F2-690D-5944-F7BA-08FF9FC85506}"/>
          </ac:picMkLst>
        </pc:picChg>
      </pc:sldChg>
      <pc:sldChg chg="addSp delSp modSp mod">
        <pc:chgData name="Laura Sievewright-Johnston" userId="1d779b81-c6e4-4072-b1b8-910b8c06bc85" providerId="ADAL" clId="{06FDB961-B966-4CC6-AEC1-79E9EC3C72E8}" dt="2026-06-08T18:44:07.908" v="4038"/>
        <pc:sldMkLst>
          <pc:docMk/>
          <pc:sldMk cId="529643717" sldId="475"/>
        </pc:sldMkLst>
        <pc:spChg chg="mod">
          <ac:chgData name="Laura Sievewright-Johnston" userId="1d779b81-c6e4-4072-b1b8-910b8c06bc85" providerId="ADAL" clId="{06FDB961-B966-4CC6-AEC1-79E9EC3C72E8}" dt="2026-06-08T18:21:41.159" v="3603" actId="20577"/>
          <ac:spMkLst>
            <pc:docMk/>
            <pc:sldMk cId="529643717" sldId="475"/>
            <ac:spMk id="5" creationId="{5E5C5CBC-039B-AA21-7FC9-37CA4D77734F}"/>
          </ac:spMkLst>
        </pc:spChg>
        <pc:spChg chg="add mod">
          <ac:chgData name="Laura Sievewright-Johnston" userId="1d779b81-c6e4-4072-b1b8-910b8c06bc85" providerId="ADAL" clId="{06FDB961-B966-4CC6-AEC1-79E9EC3C72E8}" dt="2026-06-08T18:44:07.908" v="4038"/>
          <ac:spMkLst>
            <pc:docMk/>
            <pc:sldMk cId="529643717" sldId="475"/>
            <ac:spMk id="9" creationId="{E3AA27DE-7A8B-4648-CD10-1F7F59AADD32}"/>
          </ac:spMkLst>
        </pc:spChg>
        <pc:graphicFrameChg chg="modGraphic">
          <ac:chgData name="Laura Sievewright-Johnston" userId="1d779b81-c6e4-4072-b1b8-910b8c06bc85" providerId="ADAL" clId="{06FDB961-B966-4CC6-AEC1-79E9EC3C72E8}" dt="2026-06-08T18:00:36.197" v="3123" actId="255"/>
          <ac:graphicFrameMkLst>
            <pc:docMk/>
            <pc:sldMk cId="529643717" sldId="475"/>
            <ac:graphicFrameMk id="8" creationId="{E0FC6CB8-717D-920D-8894-3371EF503968}"/>
          </ac:graphicFrameMkLst>
        </pc:graphicFrameChg>
        <pc:picChg chg="add mod">
          <ac:chgData name="Laura Sievewright-Johnston" userId="1d779b81-c6e4-4072-b1b8-910b8c06bc85" providerId="ADAL" clId="{06FDB961-B966-4CC6-AEC1-79E9EC3C72E8}" dt="2026-06-08T18:21:07.233" v="3575"/>
          <ac:picMkLst>
            <pc:docMk/>
            <pc:sldMk cId="529643717" sldId="475"/>
            <ac:picMk id="2" creationId="{ECED534E-B292-C30B-E667-BC621CF15F5C}"/>
          </ac:picMkLst>
        </pc:picChg>
        <pc:picChg chg="del">
          <ac:chgData name="Laura Sievewright-Johnston" userId="1d779b81-c6e4-4072-b1b8-910b8c06bc85" providerId="ADAL" clId="{06FDB961-B966-4CC6-AEC1-79E9EC3C72E8}" dt="2026-06-08T18:21:06.503" v="3574" actId="478"/>
          <ac:picMkLst>
            <pc:docMk/>
            <pc:sldMk cId="529643717" sldId="475"/>
            <ac:picMk id="6" creationId="{5FEB45D3-7974-14F7-75C0-2DBF39892978}"/>
          </ac:picMkLst>
        </pc:picChg>
      </pc:sldChg>
      <pc:sldChg chg="addSp delSp modSp mod">
        <pc:chgData name="Laura Sievewright-Johnston" userId="1d779b81-c6e4-4072-b1b8-910b8c06bc85" providerId="ADAL" clId="{06FDB961-B966-4CC6-AEC1-79E9EC3C72E8}" dt="2026-06-08T18:44:13.949" v="4040"/>
        <pc:sldMkLst>
          <pc:docMk/>
          <pc:sldMk cId="1956584579" sldId="476"/>
        </pc:sldMkLst>
        <pc:spChg chg="mod">
          <ac:chgData name="Laura Sievewright-Johnston" userId="1d779b81-c6e4-4072-b1b8-910b8c06bc85" providerId="ADAL" clId="{06FDB961-B966-4CC6-AEC1-79E9EC3C72E8}" dt="2026-06-08T18:21:35.306" v="3598" actId="20577"/>
          <ac:spMkLst>
            <pc:docMk/>
            <pc:sldMk cId="1956584579" sldId="476"/>
            <ac:spMk id="5" creationId="{6706472B-6276-87F3-FBF3-D85AACFB8C94}"/>
          </ac:spMkLst>
        </pc:spChg>
        <pc:spChg chg="add mod">
          <ac:chgData name="Laura Sievewright-Johnston" userId="1d779b81-c6e4-4072-b1b8-910b8c06bc85" providerId="ADAL" clId="{06FDB961-B966-4CC6-AEC1-79E9EC3C72E8}" dt="2026-06-08T18:44:13.949" v="4040"/>
          <ac:spMkLst>
            <pc:docMk/>
            <pc:sldMk cId="1956584579" sldId="476"/>
            <ac:spMk id="8" creationId="{D12A82F6-E0D8-1592-CFAA-1A202E640FAC}"/>
          </ac:spMkLst>
        </pc:spChg>
        <pc:graphicFrameChg chg="modGraphic">
          <ac:chgData name="Laura Sievewright-Johnston" userId="1d779b81-c6e4-4072-b1b8-910b8c06bc85" providerId="ADAL" clId="{06FDB961-B966-4CC6-AEC1-79E9EC3C72E8}" dt="2026-06-08T18:01:05.247" v="3124" actId="255"/>
          <ac:graphicFrameMkLst>
            <pc:docMk/>
            <pc:sldMk cId="1956584579" sldId="476"/>
            <ac:graphicFrameMk id="9" creationId="{17C1D4EA-2865-C0FC-6132-B2374A84A1F2}"/>
          </ac:graphicFrameMkLst>
        </pc:graphicFrameChg>
        <pc:picChg chg="add mod">
          <ac:chgData name="Laura Sievewright-Johnston" userId="1d779b81-c6e4-4072-b1b8-910b8c06bc85" providerId="ADAL" clId="{06FDB961-B966-4CC6-AEC1-79E9EC3C72E8}" dt="2026-06-08T18:21:11.060" v="3577"/>
          <ac:picMkLst>
            <pc:docMk/>
            <pc:sldMk cId="1956584579" sldId="476"/>
            <ac:picMk id="2" creationId="{4889098C-2060-5999-421D-35D6B8711D06}"/>
          </ac:picMkLst>
        </pc:picChg>
        <pc:picChg chg="del">
          <ac:chgData name="Laura Sievewright-Johnston" userId="1d779b81-c6e4-4072-b1b8-910b8c06bc85" providerId="ADAL" clId="{06FDB961-B966-4CC6-AEC1-79E9EC3C72E8}" dt="2026-06-08T18:21:10.431" v="3576" actId="478"/>
          <ac:picMkLst>
            <pc:docMk/>
            <pc:sldMk cId="1956584579" sldId="476"/>
            <ac:picMk id="6" creationId="{E7D35F29-2825-A140-7B34-2C9028447353}"/>
          </ac:picMkLst>
        </pc:picChg>
      </pc:sldChg>
      <pc:sldChg chg="addSp delSp modSp add mod">
        <pc:chgData name="Laura Sievewright-Johnston" userId="1d779b81-c6e4-4072-b1b8-910b8c06bc85" providerId="ADAL" clId="{06FDB961-B966-4CC6-AEC1-79E9EC3C72E8}" dt="2026-06-08T18:44:27.773" v="4042" actId="20577"/>
        <pc:sldMkLst>
          <pc:docMk/>
          <pc:sldMk cId="583711156" sldId="477"/>
        </pc:sldMkLst>
        <pc:spChg chg="add mod">
          <ac:chgData name="Laura Sievewright-Johnston" userId="1d779b81-c6e4-4072-b1b8-910b8c06bc85" providerId="ADAL" clId="{06FDB961-B966-4CC6-AEC1-79E9EC3C72E8}" dt="2026-06-08T18:15:44.870" v="3542" actId="27636"/>
          <ac:spMkLst>
            <pc:docMk/>
            <pc:sldMk cId="583711156" sldId="477"/>
            <ac:spMk id="2" creationId="{9264EDAE-D16B-5CF0-5F26-B3CFD0DA1E00}"/>
          </ac:spMkLst>
        </pc:spChg>
        <pc:spChg chg="mod">
          <ac:chgData name="Laura Sievewright-Johnston" userId="1d779b81-c6e4-4072-b1b8-910b8c06bc85" providerId="ADAL" clId="{06FDB961-B966-4CC6-AEC1-79E9EC3C72E8}" dt="2026-06-08T18:12:06.677" v="3492" actId="33524"/>
          <ac:spMkLst>
            <pc:docMk/>
            <pc:sldMk cId="583711156" sldId="477"/>
            <ac:spMk id="4" creationId="{F1B358B4-18C8-8315-5F8F-ED8CB7EE42C8}"/>
          </ac:spMkLst>
        </pc:spChg>
        <pc:spChg chg="mod">
          <ac:chgData name="Laura Sievewright-Johnston" userId="1d779b81-c6e4-4072-b1b8-910b8c06bc85" providerId="ADAL" clId="{06FDB961-B966-4CC6-AEC1-79E9EC3C72E8}" dt="2026-06-08T18:12:10.818" v="3495" actId="20577"/>
          <ac:spMkLst>
            <pc:docMk/>
            <pc:sldMk cId="583711156" sldId="477"/>
            <ac:spMk id="5" creationId="{E1876E0C-9B66-1758-79CF-2423BCDEFF20}"/>
          </ac:spMkLst>
        </pc:spChg>
        <pc:spChg chg="add mod">
          <ac:chgData name="Laura Sievewright-Johnston" userId="1d779b81-c6e4-4072-b1b8-910b8c06bc85" providerId="ADAL" clId="{06FDB961-B966-4CC6-AEC1-79E9EC3C72E8}" dt="2026-06-08T18:44:27.773" v="4042" actId="20577"/>
          <ac:spMkLst>
            <pc:docMk/>
            <pc:sldMk cId="583711156" sldId="477"/>
            <ac:spMk id="10" creationId="{303A0F54-A107-D700-3319-71BE42435A52}"/>
          </ac:spMkLst>
        </pc:spChg>
        <pc:graphicFrameChg chg="mod modGraphic">
          <ac:chgData name="Laura Sievewright-Johnston" userId="1d779b81-c6e4-4072-b1b8-910b8c06bc85" providerId="ADAL" clId="{06FDB961-B966-4CC6-AEC1-79E9EC3C72E8}" dt="2026-06-08T18:12:48.940" v="3502" actId="1076"/>
          <ac:graphicFrameMkLst>
            <pc:docMk/>
            <pc:sldMk cId="583711156" sldId="477"/>
            <ac:graphicFrameMk id="7" creationId="{3D955A85-F8F3-6C4C-0DE4-FC31A11E329E}"/>
          </ac:graphicFrameMkLst>
        </pc:graphicFrameChg>
        <pc:graphicFrameChg chg="mod modGraphic">
          <ac:chgData name="Laura Sievewright-Johnston" userId="1d779b81-c6e4-4072-b1b8-910b8c06bc85" providerId="ADAL" clId="{06FDB961-B966-4CC6-AEC1-79E9EC3C72E8}" dt="2026-06-08T18:12:52.371" v="3503" actId="1076"/>
          <ac:graphicFrameMkLst>
            <pc:docMk/>
            <pc:sldMk cId="583711156" sldId="477"/>
            <ac:graphicFrameMk id="8" creationId="{1CB6565D-5924-0872-30B5-4509488445B5}"/>
          </ac:graphicFrameMkLst>
        </pc:graphicFrameChg>
        <pc:picChg chg="del">
          <ac:chgData name="Laura Sievewright-Johnston" userId="1d779b81-c6e4-4072-b1b8-910b8c06bc85" providerId="ADAL" clId="{06FDB961-B966-4CC6-AEC1-79E9EC3C72E8}" dt="2026-06-08T18:21:18.107" v="3580" actId="478"/>
          <ac:picMkLst>
            <pc:docMk/>
            <pc:sldMk cId="583711156" sldId="477"/>
            <ac:picMk id="6" creationId="{06557B3C-4AFD-FACF-7414-FEE1DA80979E}"/>
          </ac:picMkLst>
        </pc:picChg>
        <pc:picChg chg="add mod">
          <ac:chgData name="Laura Sievewright-Johnston" userId="1d779b81-c6e4-4072-b1b8-910b8c06bc85" providerId="ADAL" clId="{06FDB961-B966-4CC6-AEC1-79E9EC3C72E8}" dt="2026-06-08T18:21:18.631" v="3581"/>
          <ac:picMkLst>
            <pc:docMk/>
            <pc:sldMk cId="583711156" sldId="477"/>
            <ac:picMk id="9" creationId="{7EB6A507-C14D-9E0F-2A50-17D1F070691D}"/>
          </ac:picMkLst>
        </pc:picChg>
      </pc:sldChg>
      <pc:sldChg chg="addSp delSp modSp add mod">
        <pc:chgData name="Laura Sievewright-Johnston" userId="1d779b81-c6e4-4072-b1b8-910b8c06bc85" providerId="ADAL" clId="{06FDB961-B966-4CC6-AEC1-79E9EC3C72E8}" dt="2026-06-08T18:44:31.415" v="4043" actId="20577"/>
        <pc:sldMkLst>
          <pc:docMk/>
          <pc:sldMk cId="4187356660" sldId="478"/>
        </pc:sldMkLst>
        <pc:spChg chg="mod">
          <ac:chgData name="Laura Sievewright-Johnston" userId="1d779b81-c6e4-4072-b1b8-910b8c06bc85" providerId="ADAL" clId="{06FDB961-B966-4CC6-AEC1-79E9EC3C72E8}" dt="2026-06-08T18:11:34.723" v="3481" actId="20577"/>
          <ac:spMkLst>
            <pc:docMk/>
            <pc:sldMk cId="4187356660" sldId="478"/>
            <ac:spMk id="4" creationId="{19B1B550-3D33-B82B-10ED-538A5E983DEB}"/>
          </ac:spMkLst>
        </pc:spChg>
        <pc:spChg chg="mod">
          <ac:chgData name="Laura Sievewright-Johnston" userId="1d779b81-c6e4-4072-b1b8-910b8c06bc85" providerId="ADAL" clId="{06FDB961-B966-4CC6-AEC1-79E9EC3C72E8}" dt="2026-06-08T18:12:18.149" v="3498" actId="20577"/>
          <ac:spMkLst>
            <pc:docMk/>
            <pc:sldMk cId="4187356660" sldId="478"/>
            <ac:spMk id="5" creationId="{A25CC9EB-A954-D9DC-DDEB-38DC5C149366}"/>
          </ac:spMkLst>
        </pc:spChg>
        <pc:spChg chg="add mod">
          <ac:chgData name="Laura Sievewright-Johnston" userId="1d779b81-c6e4-4072-b1b8-910b8c06bc85" providerId="ADAL" clId="{06FDB961-B966-4CC6-AEC1-79E9EC3C72E8}" dt="2026-06-08T18:44:31.415" v="4043" actId="20577"/>
          <ac:spMkLst>
            <pc:docMk/>
            <pc:sldMk cId="4187356660" sldId="478"/>
            <ac:spMk id="9" creationId="{68CFB318-C9AC-546F-11ED-E9F3EA95204C}"/>
          </ac:spMkLst>
        </pc:spChg>
        <pc:graphicFrameChg chg="mod modGraphic">
          <ac:chgData name="Laura Sievewright-Johnston" userId="1d779b81-c6e4-4072-b1b8-910b8c06bc85" providerId="ADAL" clId="{06FDB961-B966-4CC6-AEC1-79E9EC3C72E8}" dt="2026-06-08T18:00:18.563" v="3122" actId="255"/>
          <ac:graphicFrameMkLst>
            <pc:docMk/>
            <pc:sldMk cId="4187356660" sldId="478"/>
            <ac:graphicFrameMk id="7" creationId="{245949A0-DAC9-CE5F-CA90-C688E5342AD0}"/>
          </ac:graphicFrameMkLst>
        </pc:graphicFrameChg>
        <pc:graphicFrameChg chg="del">
          <ac:chgData name="Laura Sievewright-Johnston" userId="1d779b81-c6e4-4072-b1b8-910b8c06bc85" providerId="ADAL" clId="{06FDB961-B966-4CC6-AEC1-79E9EC3C72E8}" dt="2026-06-08T17:47:45.066" v="2950" actId="478"/>
          <ac:graphicFrameMkLst>
            <pc:docMk/>
            <pc:sldMk cId="4187356660" sldId="478"/>
            <ac:graphicFrameMk id="8" creationId="{E074F7E2-9668-40F5-0EDC-5CAAFBA94557}"/>
          </ac:graphicFrameMkLst>
        </pc:graphicFrameChg>
        <pc:picChg chg="add mod">
          <ac:chgData name="Laura Sievewright-Johnston" userId="1d779b81-c6e4-4072-b1b8-910b8c06bc85" providerId="ADAL" clId="{06FDB961-B966-4CC6-AEC1-79E9EC3C72E8}" dt="2026-06-08T18:22:07.086" v="3605"/>
          <ac:picMkLst>
            <pc:docMk/>
            <pc:sldMk cId="4187356660" sldId="478"/>
            <ac:picMk id="2" creationId="{7DAF89A7-47D2-216B-F5EE-02CD24C81845}"/>
          </ac:picMkLst>
        </pc:picChg>
        <pc:picChg chg="del">
          <ac:chgData name="Laura Sievewright-Johnston" userId="1d779b81-c6e4-4072-b1b8-910b8c06bc85" providerId="ADAL" clId="{06FDB961-B966-4CC6-AEC1-79E9EC3C72E8}" dt="2026-06-08T18:22:06.473" v="3604" actId="478"/>
          <ac:picMkLst>
            <pc:docMk/>
            <pc:sldMk cId="4187356660" sldId="478"/>
            <ac:picMk id="6" creationId="{D69FF50A-066B-5D1E-E196-02BF00FFF3EF}"/>
          </ac:picMkLst>
        </pc:picChg>
      </pc:sldChg>
      <pc:sldChg chg="addSp delSp modSp add mod">
        <pc:chgData name="Laura Sievewright-Johnston" userId="1d779b81-c6e4-4072-b1b8-910b8c06bc85" providerId="ADAL" clId="{06FDB961-B966-4CC6-AEC1-79E9EC3C72E8}" dt="2026-06-08T18:43:27.687" v="4036"/>
        <pc:sldMkLst>
          <pc:docMk/>
          <pc:sldMk cId="4005576621" sldId="479"/>
        </pc:sldMkLst>
        <pc:spChg chg="mod">
          <ac:chgData name="Laura Sievewright-Johnston" userId="1d779b81-c6e4-4072-b1b8-910b8c06bc85" providerId="ADAL" clId="{06FDB961-B966-4CC6-AEC1-79E9EC3C72E8}" dt="2026-06-08T18:11:38.358" v="3482" actId="20577"/>
          <ac:spMkLst>
            <pc:docMk/>
            <pc:sldMk cId="4005576621" sldId="479"/>
            <ac:spMk id="4" creationId="{2521935D-D5E8-D8EB-FACD-55F35B8558FD}"/>
          </ac:spMkLst>
        </pc:spChg>
        <pc:spChg chg="mod">
          <ac:chgData name="Laura Sievewright-Johnston" userId="1d779b81-c6e4-4072-b1b8-910b8c06bc85" providerId="ADAL" clId="{06FDB961-B966-4CC6-AEC1-79E9EC3C72E8}" dt="2026-06-08T18:12:24.956" v="3501" actId="20577"/>
          <ac:spMkLst>
            <pc:docMk/>
            <pc:sldMk cId="4005576621" sldId="479"/>
            <ac:spMk id="5" creationId="{4D2359DA-B4C7-E124-B154-7ABA05018B47}"/>
          </ac:spMkLst>
        </pc:spChg>
        <pc:spChg chg="add mod">
          <ac:chgData name="Laura Sievewright-Johnston" userId="1d779b81-c6e4-4072-b1b8-910b8c06bc85" providerId="ADAL" clId="{06FDB961-B966-4CC6-AEC1-79E9EC3C72E8}" dt="2026-06-08T18:43:27.687" v="4036"/>
          <ac:spMkLst>
            <pc:docMk/>
            <pc:sldMk cId="4005576621" sldId="479"/>
            <ac:spMk id="8" creationId="{7DF35C85-F894-96B9-D702-4A6C0F5F0D81}"/>
          </ac:spMkLst>
        </pc:spChg>
        <pc:graphicFrameChg chg="mod modGraphic">
          <ac:chgData name="Laura Sievewright-Johnston" userId="1d779b81-c6e4-4072-b1b8-910b8c06bc85" providerId="ADAL" clId="{06FDB961-B966-4CC6-AEC1-79E9EC3C72E8}" dt="2026-06-08T18:11:12.188" v="3480" actId="20577"/>
          <ac:graphicFrameMkLst>
            <pc:docMk/>
            <pc:sldMk cId="4005576621" sldId="479"/>
            <ac:graphicFrameMk id="7" creationId="{3EC08A9B-08EA-B4DE-B1F4-12BED9F3E714}"/>
          </ac:graphicFrameMkLst>
        </pc:graphicFrameChg>
        <pc:picChg chg="add mod">
          <ac:chgData name="Laura Sievewright-Johnston" userId="1d779b81-c6e4-4072-b1b8-910b8c06bc85" providerId="ADAL" clId="{06FDB961-B966-4CC6-AEC1-79E9EC3C72E8}" dt="2026-06-08T18:22:10.500" v="3607"/>
          <ac:picMkLst>
            <pc:docMk/>
            <pc:sldMk cId="4005576621" sldId="479"/>
            <ac:picMk id="2" creationId="{C27B0F9F-BDAF-A58D-D098-DC4AA82461D6}"/>
          </ac:picMkLst>
        </pc:picChg>
        <pc:picChg chg="del">
          <ac:chgData name="Laura Sievewright-Johnston" userId="1d779b81-c6e4-4072-b1b8-910b8c06bc85" providerId="ADAL" clId="{06FDB961-B966-4CC6-AEC1-79E9EC3C72E8}" dt="2026-06-08T18:22:09.977" v="3606" actId="478"/>
          <ac:picMkLst>
            <pc:docMk/>
            <pc:sldMk cId="4005576621" sldId="479"/>
            <ac:picMk id="6" creationId="{CAAC127A-FE59-B87A-AB59-05B87A521EE8}"/>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6A76DE4-237E-C74D-B43A-659A7013720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F5C76D6-4318-1843-AC80-F91EE65DF7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FC613F-BF28-384D-944C-AA89FB03C2C3}" type="datetimeFigureOut">
              <a:rPr lang="en-US" smtClean="0"/>
              <a:t>6/8/2026</a:t>
            </a:fld>
            <a:endParaRPr lang="en-US"/>
          </a:p>
        </p:txBody>
      </p:sp>
      <p:sp>
        <p:nvSpPr>
          <p:cNvPr id="4" name="Footer Placeholder 3">
            <a:extLst>
              <a:ext uri="{FF2B5EF4-FFF2-40B4-BE49-F238E27FC236}">
                <a16:creationId xmlns:a16="http://schemas.microsoft.com/office/drawing/2014/main" id="{3C13C400-0E9C-D34E-9F4D-4CE38A62774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8B6EF7A-A4ED-C34C-B6A5-FC3E4093182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61AD6D-5E18-144D-BC7B-2537B99094B1}" type="slidenum">
              <a:rPr lang="en-US" smtClean="0"/>
              <a:t>‹#›</a:t>
            </a:fld>
            <a:endParaRPr lang="en-US"/>
          </a:p>
        </p:txBody>
      </p:sp>
    </p:spTree>
    <p:extLst>
      <p:ext uri="{BB962C8B-B14F-4D97-AF65-F5344CB8AC3E}">
        <p14:creationId xmlns:p14="http://schemas.microsoft.com/office/powerpoint/2010/main" val="26283058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58AE8C-59B3-1342-9035-9E7FF9F76E09}"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62EF7B-DDB8-B345-905A-1035F5FCAFD4}" type="slidenum">
              <a:rPr lang="en-US" smtClean="0"/>
              <a:t>‹#›</a:t>
            </a:fld>
            <a:endParaRPr lang="en-US"/>
          </a:p>
        </p:txBody>
      </p:sp>
    </p:spTree>
    <p:extLst>
      <p:ext uri="{BB962C8B-B14F-4D97-AF65-F5344CB8AC3E}">
        <p14:creationId xmlns:p14="http://schemas.microsoft.com/office/powerpoint/2010/main" val="4065977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1</a:t>
            </a:fld>
            <a:endParaRPr lang="en-US"/>
          </a:p>
        </p:txBody>
      </p:sp>
    </p:spTree>
    <p:extLst>
      <p:ext uri="{BB962C8B-B14F-4D97-AF65-F5344CB8AC3E}">
        <p14:creationId xmlns:p14="http://schemas.microsoft.com/office/powerpoint/2010/main" val="1521716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40D3-4558-E6B4-0D7D-E3AD890FAA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1A632-F21D-5885-27FF-22C5FD926B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5C808F-F90D-3B93-1932-13564FFC3269}"/>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2CF514CF-7012-8E5B-E016-5A3A3AF1E0DD}"/>
              </a:ext>
            </a:extLst>
          </p:cNvPr>
          <p:cNvSpPr>
            <a:spLocks noGrp="1"/>
          </p:cNvSpPr>
          <p:nvPr>
            <p:ph type="sldNum" sz="quarter" idx="5"/>
          </p:nvPr>
        </p:nvSpPr>
        <p:spPr/>
        <p:txBody>
          <a:bodyPr/>
          <a:lstStyle/>
          <a:p>
            <a:fld id="{C162EF7B-DDB8-B345-905A-1035F5FCAFD4}" type="slidenum">
              <a:rPr lang="en-US" smtClean="0"/>
              <a:t>2</a:t>
            </a:fld>
            <a:endParaRPr lang="en-US"/>
          </a:p>
        </p:txBody>
      </p:sp>
    </p:spTree>
    <p:extLst>
      <p:ext uri="{BB962C8B-B14F-4D97-AF65-F5344CB8AC3E}">
        <p14:creationId xmlns:p14="http://schemas.microsoft.com/office/powerpoint/2010/main" val="2651069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3</a:t>
            </a:fld>
            <a:endParaRPr lang="en-US"/>
          </a:p>
        </p:txBody>
      </p:sp>
    </p:spTree>
    <p:extLst>
      <p:ext uri="{BB962C8B-B14F-4D97-AF65-F5344CB8AC3E}">
        <p14:creationId xmlns:p14="http://schemas.microsoft.com/office/powerpoint/2010/main" val="6093767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4</a:t>
            </a:fld>
            <a:endParaRPr lang="en-US"/>
          </a:p>
        </p:txBody>
      </p:sp>
    </p:spTree>
    <p:extLst>
      <p:ext uri="{BB962C8B-B14F-4D97-AF65-F5344CB8AC3E}">
        <p14:creationId xmlns:p14="http://schemas.microsoft.com/office/powerpoint/2010/main" val="26414572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CDE71-B580-F422-D48F-35C3E72E4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2B13B8-DF79-5760-2972-2C776E80DC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3263AB-6616-F8A0-3885-20D473F390EB}"/>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8FD9738-802B-658F-67AF-82500B60E4EE}"/>
              </a:ext>
            </a:extLst>
          </p:cNvPr>
          <p:cNvSpPr>
            <a:spLocks noGrp="1"/>
          </p:cNvSpPr>
          <p:nvPr>
            <p:ph type="sldNum" sz="quarter" idx="5"/>
          </p:nvPr>
        </p:nvSpPr>
        <p:spPr/>
        <p:txBody>
          <a:bodyPr/>
          <a:lstStyle/>
          <a:p>
            <a:fld id="{C162EF7B-DDB8-B345-905A-1035F5FCAFD4}" type="slidenum">
              <a:rPr lang="en-US" smtClean="0"/>
              <a:t>5</a:t>
            </a:fld>
            <a:endParaRPr lang="en-US"/>
          </a:p>
        </p:txBody>
      </p:sp>
    </p:spTree>
    <p:extLst>
      <p:ext uri="{BB962C8B-B14F-4D97-AF65-F5344CB8AC3E}">
        <p14:creationId xmlns:p14="http://schemas.microsoft.com/office/powerpoint/2010/main" val="37655937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F0C5C-2B3B-519B-5D78-53C54A8942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0CCC06-17E5-1C4F-B0EC-0CF2A0167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FD6AB6-DD47-319A-3332-F535D0BB614A}"/>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2770A53-A137-829A-8417-1B97CAF97682}"/>
              </a:ext>
            </a:extLst>
          </p:cNvPr>
          <p:cNvSpPr>
            <a:spLocks noGrp="1"/>
          </p:cNvSpPr>
          <p:nvPr>
            <p:ph type="sldNum" sz="quarter" idx="5"/>
          </p:nvPr>
        </p:nvSpPr>
        <p:spPr/>
        <p:txBody>
          <a:bodyPr/>
          <a:lstStyle/>
          <a:p>
            <a:fld id="{C162EF7B-DDB8-B345-905A-1035F5FCAFD4}" type="slidenum">
              <a:rPr lang="en-US" smtClean="0"/>
              <a:t>6</a:t>
            </a:fld>
            <a:endParaRPr lang="en-US"/>
          </a:p>
        </p:txBody>
      </p:sp>
    </p:spTree>
    <p:extLst>
      <p:ext uri="{BB962C8B-B14F-4D97-AF65-F5344CB8AC3E}">
        <p14:creationId xmlns:p14="http://schemas.microsoft.com/office/powerpoint/2010/main" val="4050518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9471E-3911-F349-24DA-BF2182101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127933-C649-96FD-D07E-095E8740AF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178636-15B3-FB52-1808-846237783DE2}"/>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1E1D6A2-5F14-D995-4E11-3199E5516F50}"/>
              </a:ext>
            </a:extLst>
          </p:cNvPr>
          <p:cNvSpPr>
            <a:spLocks noGrp="1"/>
          </p:cNvSpPr>
          <p:nvPr>
            <p:ph type="sldNum" sz="quarter" idx="5"/>
          </p:nvPr>
        </p:nvSpPr>
        <p:spPr/>
        <p:txBody>
          <a:bodyPr/>
          <a:lstStyle/>
          <a:p>
            <a:fld id="{C162EF7B-DDB8-B345-905A-1035F5FCAFD4}" type="slidenum">
              <a:rPr lang="en-US" smtClean="0"/>
              <a:t>7</a:t>
            </a:fld>
            <a:endParaRPr lang="en-US"/>
          </a:p>
        </p:txBody>
      </p:sp>
    </p:spTree>
    <p:extLst>
      <p:ext uri="{BB962C8B-B14F-4D97-AF65-F5344CB8AC3E}">
        <p14:creationId xmlns:p14="http://schemas.microsoft.com/office/powerpoint/2010/main" val="17655612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C162EF7B-DDB8-B345-905A-1035F5FCAFD4}" type="slidenum">
              <a:rPr lang="en-US" smtClean="0"/>
              <a:t>9</a:t>
            </a:fld>
            <a:endParaRPr lang="en-US"/>
          </a:p>
        </p:txBody>
      </p:sp>
    </p:spTree>
    <p:extLst>
      <p:ext uri="{BB962C8B-B14F-4D97-AF65-F5344CB8AC3E}">
        <p14:creationId xmlns:p14="http://schemas.microsoft.com/office/powerpoint/2010/main" val="837064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75B4A-BF0D-F25B-9545-9BEF82D781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B1B221-5DDB-E53B-2CB9-C72F014E6E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16915E-1BB0-A044-D141-776953FD1CA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01291EB-8D6C-769F-8807-FB9628B877CA}"/>
              </a:ext>
            </a:extLst>
          </p:cNvPr>
          <p:cNvSpPr>
            <a:spLocks noGrp="1"/>
          </p:cNvSpPr>
          <p:nvPr>
            <p:ph type="sldNum" sz="quarter" idx="5"/>
          </p:nvPr>
        </p:nvSpPr>
        <p:spPr/>
        <p:txBody>
          <a:bodyPr/>
          <a:lstStyle/>
          <a:p>
            <a:fld id="{C162EF7B-DDB8-B345-905A-1035F5FCAFD4}" type="slidenum">
              <a:rPr lang="en-US" smtClean="0"/>
              <a:t>11</a:t>
            </a:fld>
            <a:endParaRPr lang="en-US"/>
          </a:p>
        </p:txBody>
      </p:sp>
    </p:spTree>
    <p:extLst>
      <p:ext uri="{BB962C8B-B14F-4D97-AF65-F5344CB8AC3E}">
        <p14:creationId xmlns:p14="http://schemas.microsoft.com/office/powerpoint/2010/main" val="30532973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F3FF3-12DD-F3BA-768B-DF54B0B74E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C7D797-C135-94F3-C050-FA090A06FF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FD96FF-48E8-8CD2-08DB-DEB2DBBC4C28}"/>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1026D9F0-CD56-7E84-B5CB-171712680884}"/>
              </a:ext>
            </a:extLst>
          </p:cNvPr>
          <p:cNvSpPr>
            <a:spLocks noGrp="1"/>
          </p:cNvSpPr>
          <p:nvPr>
            <p:ph type="sldNum" sz="quarter" idx="5"/>
          </p:nvPr>
        </p:nvSpPr>
        <p:spPr/>
        <p:txBody>
          <a:bodyPr/>
          <a:lstStyle/>
          <a:p>
            <a:fld id="{C162EF7B-DDB8-B345-905A-1035F5FCAFD4}" type="slidenum">
              <a:rPr lang="en-US" smtClean="0"/>
              <a:t>12</a:t>
            </a:fld>
            <a:endParaRPr lang="en-US"/>
          </a:p>
        </p:txBody>
      </p:sp>
    </p:spTree>
    <p:extLst>
      <p:ext uri="{BB962C8B-B14F-4D97-AF65-F5344CB8AC3E}">
        <p14:creationId xmlns:p14="http://schemas.microsoft.com/office/powerpoint/2010/main" val="14651250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8DBB3-97A7-4AFA-780A-B940D4FEAD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3CA1A-BB78-D887-90D2-4C819FAB5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6EE66-D815-5E92-CF83-D3A8521343D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9A2B7F69-0876-D79B-45DE-91E970E2AEF8}"/>
              </a:ext>
            </a:extLst>
          </p:cNvPr>
          <p:cNvSpPr>
            <a:spLocks noGrp="1"/>
          </p:cNvSpPr>
          <p:nvPr>
            <p:ph type="sldNum" sz="quarter" idx="5"/>
          </p:nvPr>
        </p:nvSpPr>
        <p:spPr/>
        <p:txBody>
          <a:bodyPr/>
          <a:lstStyle/>
          <a:p>
            <a:fld id="{C162EF7B-DDB8-B345-905A-1035F5FCAFD4}" type="slidenum">
              <a:rPr lang="en-US" smtClean="0"/>
              <a:t>13</a:t>
            </a:fld>
            <a:endParaRPr lang="en-US"/>
          </a:p>
        </p:txBody>
      </p:sp>
    </p:spTree>
    <p:extLst>
      <p:ext uri="{BB962C8B-B14F-4D97-AF65-F5344CB8AC3E}">
        <p14:creationId xmlns:p14="http://schemas.microsoft.com/office/powerpoint/2010/main" val="40679190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BC999-200A-1FA4-C768-1FAA7A8884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D41A0D-4017-7BB8-12D0-AEB2795CC7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70D40-E89F-64F2-D1CE-42F88D8BCE5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F2511A8F-8462-85BF-76E1-2F0DD1431D68}"/>
              </a:ext>
            </a:extLst>
          </p:cNvPr>
          <p:cNvSpPr>
            <a:spLocks noGrp="1"/>
          </p:cNvSpPr>
          <p:nvPr>
            <p:ph type="sldNum" sz="quarter" idx="5"/>
          </p:nvPr>
        </p:nvSpPr>
        <p:spPr/>
        <p:txBody>
          <a:bodyPr/>
          <a:lstStyle/>
          <a:p>
            <a:fld id="{C162EF7B-DDB8-B345-905A-1035F5FCAFD4}" type="slidenum">
              <a:rPr lang="en-US" smtClean="0"/>
              <a:t>14</a:t>
            </a:fld>
            <a:endParaRPr lang="en-US"/>
          </a:p>
        </p:txBody>
      </p:sp>
    </p:spTree>
    <p:extLst>
      <p:ext uri="{BB962C8B-B14F-4D97-AF65-F5344CB8AC3E}">
        <p14:creationId xmlns:p14="http://schemas.microsoft.com/office/powerpoint/2010/main" val="41339901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CDDA7-CF29-C6AE-D8E3-E0A068640A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9A7D6-CBAA-079F-2FF5-524A0DEE17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A1F0A-ADA0-E823-5CA4-C3B1B82BB06A}"/>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2A23B2BC-0D25-CF3D-661B-52A15659837B}"/>
              </a:ext>
            </a:extLst>
          </p:cNvPr>
          <p:cNvSpPr>
            <a:spLocks noGrp="1"/>
          </p:cNvSpPr>
          <p:nvPr>
            <p:ph type="sldNum" sz="quarter" idx="5"/>
          </p:nvPr>
        </p:nvSpPr>
        <p:spPr/>
        <p:txBody>
          <a:bodyPr/>
          <a:lstStyle/>
          <a:p>
            <a:fld id="{C162EF7B-DDB8-B345-905A-1035F5FCAFD4}" type="slidenum">
              <a:rPr lang="en-US" smtClean="0"/>
              <a:t>15</a:t>
            </a:fld>
            <a:endParaRPr lang="en-US"/>
          </a:p>
        </p:txBody>
      </p:sp>
    </p:spTree>
    <p:extLst>
      <p:ext uri="{BB962C8B-B14F-4D97-AF65-F5344CB8AC3E}">
        <p14:creationId xmlns:p14="http://schemas.microsoft.com/office/powerpoint/2010/main" val="19337348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55CAA-A810-C4D5-421F-B31A737F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E3E90-75FF-9AE8-8348-78342E53F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CD1373-9BEF-7215-9CA3-4699366E5535}"/>
              </a:ext>
            </a:extLst>
          </p:cNvPr>
          <p:cNvSpPr>
            <a:spLocks noGrp="1"/>
          </p:cNvSpPr>
          <p:nvPr>
            <p:ph type="body" idx="1"/>
          </p:nvPr>
        </p:nvSpPr>
        <p:spPr/>
        <p:txBody>
          <a:bodyPr/>
          <a:lstStyle/>
          <a:p>
            <a:r>
              <a:rPr lang="en-CA"/>
              <a:t>A task oriented ‘family tree’ of activities. 1987 </a:t>
            </a:r>
            <a:endParaRPr lang="en-US">
              <a:solidFill>
                <a:srgbClr val="444444"/>
              </a:solidFill>
            </a:endParaRPr>
          </a:p>
          <a:p>
            <a:endParaRPr lang="en-CA">
              <a:solidFill>
                <a:srgbClr val="444444"/>
              </a:solidFill>
            </a:endParaRPr>
          </a:p>
          <a:p>
            <a:r>
              <a:rPr lang="en-CA"/>
              <a:t>Source: WORK BREAKDOWN STRUCTURES: THE FOUNDATION FOR PROJECT MANAGEMENT EXCELLENCE</a:t>
            </a:r>
            <a:endParaRPr lang="en-US">
              <a:solidFill>
                <a:srgbClr val="444444"/>
              </a:solidFill>
            </a:endParaRPr>
          </a:p>
          <a:p>
            <a:endParaRPr lang="en-CA">
              <a:ea typeface="Calibri"/>
              <a:cs typeface="Calibri"/>
            </a:endParaRPr>
          </a:p>
        </p:txBody>
      </p:sp>
      <p:sp>
        <p:nvSpPr>
          <p:cNvPr id="4" name="Slide Number Placeholder 3">
            <a:extLst>
              <a:ext uri="{FF2B5EF4-FFF2-40B4-BE49-F238E27FC236}">
                <a16:creationId xmlns:a16="http://schemas.microsoft.com/office/drawing/2014/main" id="{7709D69E-B313-8586-8C70-B496026EC77C}"/>
              </a:ext>
            </a:extLst>
          </p:cNvPr>
          <p:cNvSpPr>
            <a:spLocks noGrp="1"/>
          </p:cNvSpPr>
          <p:nvPr>
            <p:ph type="sldNum" sz="quarter" idx="5"/>
          </p:nvPr>
        </p:nvSpPr>
        <p:spPr/>
        <p:txBody>
          <a:bodyPr/>
          <a:lstStyle/>
          <a:p>
            <a:fld id="{C162EF7B-DDB8-B345-905A-1035F5FCAFD4}" type="slidenum">
              <a:rPr lang="en-US" smtClean="0"/>
              <a:t>16</a:t>
            </a:fld>
            <a:endParaRPr lang="en-US"/>
          </a:p>
        </p:txBody>
      </p:sp>
    </p:spTree>
    <p:extLst>
      <p:ext uri="{BB962C8B-B14F-4D97-AF65-F5344CB8AC3E}">
        <p14:creationId xmlns:p14="http://schemas.microsoft.com/office/powerpoint/2010/main" val="1959742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78F5D0-425E-4AB8-E200-23D3010F52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B4FCD-875F-1DB4-6038-017C45098A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39E3F-AED8-8538-F684-2544ABF42E67}"/>
              </a:ext>
            </a:extLst>
          </p:cNvPr>
          <p:cNvSpPr>
            <a:spLocks noGrp="1"/>
          </p:cNvSpPr>
          <p:nvPr>
            <p:ph type="body" idx="1"/>
          </p:nvPr>
        </p:nvSpPr>
        <p:spPr/>
        <p:txBody>
          <a:bodyPr/>
          <a:lstStyle/>
          <a:p>
            <a:r>
              <a:rPr lang="en-CA"/>
              <a:t>A task oriented ‘family tree’ of activities. 1987 </a:t>
            </a:r>
            <a:endParaRPr lang="en-US">
              <a:solidFill>
                <a:srgbClr val="444444"/>
              </a:solidFill>
            </a:endParaRPr>
          </a:p>
          <a:p>
            <a:endParaRPr lang="en-CA">
              <a:solidFill>
                <a:srgbClr val="444444"/>
              </a:solidFill>
            </a:endParaRPr>
          </a:p>
          <a:p>
            <a:r>
              <a:rPr lang="en-CA"/>
              <a:t>Source: WORK BREAKDOWN STRUCTURES: THE FOUNDATION FOR PROJECT MANAGEMENT EXCELLENCE</a:t>
            </a:r>
            <a:endParaRPr lang="en-US">
              <a:solidFill>
                <a:srgbClr val="444444"/>
              </a:solidFill>
            </a:endParaRPr>
          </a:p>
          <a:p>
            <a:endParaRPr lang="en-CA">
              <a:ea typeface="Calibri"/>
              <a:cs typeface="Calibri"/>
            </a:endParaRPr>
          </a:p>
        </p:txBody>
      </p:sp>
      <p:sp>
        <p:nvSpPr>
          <p:cNvPr id="4" name="Slide Number Placeholder 3">
            <a:extLst>
              <a:ext uri="{FF2B5EF4-FFF2-40B4-BE49-F238E27FC236}">
                <a16:creationId xmlns:a16="http://schemas.microsoft.com/office/drawing/2014/main" id="{228E3DBF-D8BB-2E6B-EF3C-F6F43EB2ED62}"/>
              </a:ext>
            </a:extLst>
          </p:cNvPr>
          <p:cNvSpPr>
            <a:spLocks noGrp="1"/>
          </p:cNvSpPr>
          <p:nvPr>
            <p:ph type="sldNum" sz="quarter" idx="5"/>
          </p:nvPr>
        </p:nvSpPr>
        <p:spPr/>
        <p:txBody>
          <a:bodyPr/>
          <a:lstStyle/>
          <a:p>
            <a:fld id="{C162EF7B-DDB8-B345-905A-1035F5FCAFD4}" type="slidenum">
              <a:rPr lang="en-US" smtClean="0"/>
              <a:t>17</a:t>
            </a:fld>
            <a:endParaRPr lang="en-US"/>
          </a:p>
        </p:txBody>
      </p:sp>
    </p:spTree>
    <p:extLst>
      <p:ext uri="{BB962C8B-B14F-4D97-AF65-F5344CB8AC3E}">
        <p14:creationId xmlns:p14="http://schemas.microsoft.com/office/powerpoint/2010/main" val="28060120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F3D34-BB31-6B15-5999-A93ED8340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047601-8233-551D-1A6F-127E252E3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F1751-9D3B-95FB-7555-826706A564B4}"/>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1B107B3-4C2F-8CD1-D8EA-9C90E379F1CA}"/>
              </a:ext>
            </a:extLst>
          </p:cNvPr>
          <p:cNvSpPr>
            <a:spLocks noGrp="1"/>
          </p:cNvSpPr>
          <p:nvPr>
            <p:ph type="sldNum" sz="quarter" idx="5"/>
          </p:nvPr>
        </p:nvSpPr>
        <p:spPr/>
        <p:txBody>
          <a:bodyPr/>
          <a:lstStyle/>
          <a:p>
            <a:fld id="{C162EF7B-DDB8-B345-905A-1035F5FCAFD4}" type="slidenum">
              <a:rPr lang="en-US" smtClean="0"/>
              <a:t>18</a:t>
            </a:fld>
            <a:endParaRPr lang="en-US"/>
          </a:p>
        </p:txBody>
      </p:sp>
    </p:spTree>
    <p:extLst>
      <p:ext uri="{BB962C8B-B14F-4D97-AF65-F5344CB8AC3E}">
        <p14:creationId xmlns:p14="http://schemas.microsoft.com/office/powerpoint/2010/main" val="303504771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A3260-81F5-7564-6EBB-75C864B400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3C381C-28A8-BD40-57A5-1EFD3B9F0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C62C1-A418-3A1E-5A53-2F89FD94C733}"/>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A0E69D8D-D696-2C35-9329-8748E628F1E4}"/>
              </a:ext>
            </a:extLst>
          </p:cNvPr>
          <p:cNvSpPr>
            <a:spLocks noGrp="1"/>
          </p:cNvSpPr>
          <p:nvPr>
            <p:ph type="sldNum" sz="quarter" idx="5"/>
          </p:nvPr>
        </p:nvSpPr>
        <p:spPr/>
        <p:txBody>
          <a:bodyPr/>
          <a:lstStyle/>
          <a:p>
            <a:fld id="{C162EF7B-DDB8-B345-905A-1035F5FCAFD4}" type="slidenum">
              <a:rPr lang="en-US" smtClean="0"/>
              <a:t>19</a:t>
            </a:fld>
            <a:endParaRPr lang="en-US"/>
          </a:p>
        </p:txBody>
      </p:sp>
    </p:spTree>
    <p:extLst>
      <p:ext uri="{BB962C8B-B14F-4D97-AF65-F5344CB8AC3E}">
        <p14:creationId xmlns:p14="http://schemas.microsoft.com/office/powerpoint/2010/main" val="15928101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E1C6C-B4AB-1B60-A2C3-CB1371229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2081A-862D-29A3-324F-C95E1CA27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072122-6BBB-60ED-2A6A-504A20DAB6D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3E70D0B2-88D4-11AD-22E6-8BFA318D26D0}"/>
              </a:ext>
            </a:extLst>
          </p:cNvPr>
          <p:cNvSpPr>
            <a:spLocks noGrp="1"/>
          </p:cNvSpPr>
          <p:nvPr>
            <p:ph type="sldNum" sz="quarter" idx="5"/>
          </p:nvPr>
        </p:nvSpPr>
        <p:spPr/>
        <p:txBody>
          <a:bodyPr/>
          <a:lstStyle/>
          <a:p>
            <a:fld id="{C162EF7B-DDB8-B345-905A-1035F5FCAFD4}" type="slidenum">
              <a:rPr lang="en-US" smtClean="0"/>
              <a:t>20</a:t>
            </a:fld>
            <a:endParaRPr lang="en-US"/>
          </a:p>
        </p:txBody>
      </p:sp>
    </p:spTree>
    <p:extLst>
      <p:ext uri="{BB962C8B-B14F-4D97-AF65-F5344CB8AC3E}">
        <p14:creationId xmlns:p14="http://schemas.microsoft.com/office/powerpoint/2010/main" val="41392513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87899-3A64-0DAC-4FBD-6A0A84780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9922D-60BE-D9B0-EC3E-11534F9EA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A536C-9605-6C3F-DFD2-2C97135160C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966E7AA-4B83-3869-80A9-608B719863F4}"/>
              </a:ext>
            </a:extLst>
          </p:cNvPr>
          <p:cNvSpPr>
            <a:spLocks noGrp="1"/>
          </p:cNvSpPr>
          <p:nvPr>
            <p:ph type="sldNum" sz="quarter" idx="5"/>
          </p:nvPr>
        </p:nvSpPr>
        <p:spPr/>
        <p:txBody>
          <a:bodyPr/>
          <a:lstStyle/>
          <a:p>
            <a:fld id="{C162EF7B-DDB8-B345-905A-1035F5FCAFD4}" type="slidenum">
              <a:rPr lang="en-US" smtClean="0"/>
              <a:t>21</a:t>
            </a:fld>
            <a:endParaRPr lang="en-US"/>
          </a:p>
        </p:txBody>
      </p:sp>
    </p:spTree>
    <p:extLst>
      <p:ext uri="{BB962C8B-B14F-4D97-AF65-F5344CB8AC3E}">
        <p14:creationId xmlns:p14="http://schemas.microsoft.com/office/powerpoint/2010/main" val="418189489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39251-5605-A804-D19B-B97E857EFD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D68B11-7453-352B-7864-025975090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19708-91D8-171C-0046-7C08AB3A775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1A74634F-F68A-94EE-25F2-BC876083218E}"/>
              </a:ext>
            </a:extLst>
          </p:cNvPr>
          <p:cNvSpPr>
            <a:spLocks noGrp="1"/>
          </p:cNvSpPr>
          <p:nvPr>
            <p:ph type="sldNum" sz="quarter" idx="5"/>
          </p:nvPr>
        </p:nvSpPr>
        <p:spPr/>
        <p:txBody>
          <a:bodyPr/>
          <a:lstStyle/>
          <a:p>
            <a:fld id="{C162EF7B-DDB8-B345-905A-1035F5FCAFD4}" type="slidenum">
              <a:rPr lang="en-US" smtClean="0"/>
              <a:t>22</a:t>
            </a:fld>
            <a:endParaRPr lang="en-US"/>
          </a:p>
        </p:txBody>
      </p:sp>
    </p:spTree>
    <p:extLst>
      <p:ext uri="{BB962C8B-B14F-4D97-AF65-F5344CB8AC3E}">
        <p14:creationId xmlns:p14="http://schemas.microsoft.com/office/powerpoint/2010/main" val="36740924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F4AED-F038-9BBF-C947-59F7A37A11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AD65C9-6478-FC38-2804-5A09614CE1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70126C-8934-669F-F875-54A92546EAF5}"/>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5B68D721-A6F6-3E6F-2393-BADCB8EF8471}"/>
              </a:ext>
            </a:extLst>
          </p:cNvPr>
          <p:cNvSpPr>
            <a:spLocks noGrp="1"/>
          </p:cNvSpPr>
          <p:nvPr>
            <p:ph type="sldNum" sz="quarter" idx="5"/>
          </p:nvPr>
        </p:nvSpPr>
        <p:spPr/>
        <p:txBody>
          <a:bodyPr/>
          <a:lstStyle/>
          <a:p>
            <a:fld id="{C162EF7B-DDB8-B345-905A-1035F5FCAFD4}" type="slidenum">
              <a:rPr lang="en-US" smtClean="0"/>
              <a:t>23</a:t>
            </a:fld>
            <a:endParaRPr lang="en-US"/>
          </a:p>
        </p:txBody>
      </p:sp>
    </p:spTree>
    <p:extLst>
      <p:ext uri="{BB962C8B-B14F-4D97-AF65-F5344CB8AC3E}">
        <p14:creationId xmlns:p14="http://schemas.microsoft.com/office/powerpoint/2010/main" val="34218064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8BE6D-B491-EB04-883B-1C26A922E9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088FF-24A1-E532-E1E4-EF749DA6FD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DC7AD7-5FC5-32FF-1696-CF84CDF831F2}"/>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798D9800-E138-3A86-0BE0-7821F2205C9A}"/>
              </a:ext>
            </a:extLst>
          </p:cNvPr>
          <p:cNvSpPr>
            <a:spLocks noGrp="1"/>
          </p:cNvSpPr>
          <p:nvPr>
            <p:ph type="sldNum" sz="quarter" idx="5"/>
          </p:nvPr>
        </p:nvSpPr>
        <p:spPr/>
        <p:txBody>
          <a:bodyPr/>
          <a:lstStyle/>
          <a:p>
            <a:fld id="{C162EF7B-DDB8-B345-905A-1035F5FCAFD4}" type="slidenum">
              <a:rPr lang="en-US" smtClean="0"/>
              <a:t>24</a:t>
            </a:fld>
            <a:endParaRPr lang="en-US"/>
          </a:p>
        </p:txBody>
      </p:sp>
    </p:spTree>
    <p:extLst>
      <p:ext uri="{BB962C8B-B14F-4D97-AF65-F5344CB8AC3E}">
        <p14:creationId xmlns:p14="http://schemas.microsoft.com/office/powerpoint/2010/main" val="17588945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A0EC6-CCB7-DE35-3B38-EB155420E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82E1C-0FDC-CB29-C8D2-33C28BF14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70D143-95FF-092E-12CB-E43795887F11}"/>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0E7B6C8C-9B8B-28A6-D205-F0B332650014}"/>
              </a:ext>
            </a:extLst>
          </p:cNvPr>
          <p:cNvSpPr>
            <a:spLocks noGrp="1"/>
          </p:cNvSpPr>
          <p:nvPr>
            <p:ph type="sldNum" sz="quarter" idx="5"/>
          </p:nvPr>
        </p:nvSpPr>
        <p:spPr/>
        <p:txBody>
          <a:bodyPr/>
          <a:lstStyle/>
          <a:p>
            <a:fld id="{C162EF7B-DDB8-B345-905A-1035F5FCAFD4}" type="slidenum">
              <a:rPr lang="en-US" smtClean="0"/>
              <a:t>25</a:t>
            </a:fld>
            <a:endParaRPr lang="en-US"/>
          </a:p>
        </p:txBody>
      </p:sp>
    </p:spTree>
    <p:extLst>
      <p:ext uri="{BB962C8B-B14F-4D97-AF65-F5344CB8AC3E}">
        <p14:creationId xmlns:p14="http://schemas.microsoft.com/office/powerpoint/2010/main" val="40600547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7240-6474-634C-131A-54CEFAC5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8B6C0D-B28E-30D2-1833-8B3191550F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28FBEC-1A83-EB3F-3EDA-8FC46DC7F84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9E1B9B46-1AA6-2D6C-D4AD-0996E438C73D}"/>
              </a:ext>
            </a:extLst>
          </p:cNvPr>
          <p:cNvSpPr>
            <a:spLocks noGrp="1"/>
          </p:cNvSpPr>
          <p:nvPr>
            <p:ph type="sldNum" sz="quarter" idx="5"/>
          </p:nvPr>
        </p:nvSpPr>
        <p:spPr/>
        <p:txBody>
          <a:bodyPr/>
          <a:lstStyle/>
          <a:p>
            <a:fld id="{C162EF7B-DDB8-B345-905A-1035F5FCAFD4}" type="slidenum">
              <a:rPr lang="en-US" smtClean="0"/>
              <a:t>26</a:t>
            </a:fld>
            <a:endParaRPr lang="en-US"/>
          </a:p>
        </p:txBody>
      </p:sp>
    </p:spTree>
    <p:extLst>
      <p:ext uri="{BB962C8B-B14F-4D97-AF65-F5344CB8AC3E}">
        <p14:creationId xmlns:p14="http://schemas.microsoft.com/office/powerpoint/2010/main" val="2592512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1FB8E-99BB-2913-EA6B-5CEE7C9FDD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06ABBD-B45D-DC91-DC03-EF94C60162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367C2-78EB-CA44-47CA-7F0D04D852EC}"/>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BC46012C-6BEC-2E0B-772D-1EEC0A996868}"/>
              </a:ext>
            </a:extLst>
          </p:cNvPr>
          <p:cNvSpPr>
            <a:spLocks noGrp="1"/>
          </p:cNvSpPr>
          <p:nvPr>
            <p:ph type="sldNum" sz="quarter" idx="5"/>
          </p:nvPr>
        </p:nvSpPr>
        <p:spPr/>
        <p:txBody>
          <a:bodyPr/>
          <a:lstStyle/>
          <a:p>
            <a:fld id="{C162EF7B-DDB8-B345-905A-1035F5FCAFD4}" type="slidenum">
              <a:rPr lang="en-US" smtClean="0"/>
              <a:t>27</a:t>
            </a:fld>
            <a:endParaRPr lang="en-US"/>
          </a:p>
        </p:txBody>
      </p:sp>
    </p:spTree>
    <p:extLst>
      <p:ext uri="{BB962C8B-B14F-4D97-AF65-F5344CB8AC3E}">
        <p14:creationId xmlns:p14="http://schemas.microsoft.com/office/powerpoint/2010/main" val="4009869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DCD14-2E9D-F939-5968-34C9E20AA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024D77-CBDD-41A6-7AD5-585512BED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010900-A151-1585-DC03-F9429F47036F}"/>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42A64C38-E393-4406-A5AC-B69CE664122B}"/>
              </a:ext>
            </a:extLst>
          </p:cNvPr>
          <p:cNvSpPr>
            <a:spLocks noGrp="1"/>
          </p:cNvSpPr>
          <p:nvPr>
            <p:ph type="sldNum" sz="quarter" idx="5"/>
          </p:nvPr>
        </p:nvSpPr>
        <p:spPr/>
        <p:txBody>
          <a:bodyPr/>
          <a:lstStyle/>
          <a:p>
            <a:fld id="{C162EF7B-DDB8-B345-905A-1035F5FCAFD4}" type="slidenum">
              <a:rPr lang="en-US" smtClean="0"/>
              <a:t>28</a:t>
            </a:fld>
            <a:endParaRPr lang="en-US"/>
          </a:p>
        </p:txBody>
      </p:sp>
    </p:spTree>
    <p:extLst>
      <p:ext uri="{BB962C8B-B14F-4D97-AF65-F5344CB8AC3E}">
        <p14:creationId xmlns:p14="http://schemas.microsoft.com/office/powerpoint/2010/main" val="322185251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 Id="rId4"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2.emf"/><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DB20F16-346A-B747-B5FE-1BAFEC308988}"/>
              </a:ext>
            </a:extLst>
          </p:cNvPr>
          <p:cNvSpPr/>
          <p:nvPr userDrawn="1"/>
        </p:nvSpPr>
        <p:spPr>
          <a:xfrm flipV="1">
            <a:off x="-1" y="0"/>
            <a:ext cx="12191999" cy="6858000"/>
          </a:xfrm>
          <a:prstGeom prst="rect">
            <a:avLst/>
          </a:prstGeom>
          <a:gradFill>
            <a:gsLst>
              <a:gs pos="100000">
                <a:schemeClr val="bg1">
                  <a:alpha val="0"/>
                </a:schemeClr>
              </a:gs>
              <a:gs pos="78000">
                <a:schemeClr val="bg1">
                  <a:alpha val="15000"/>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59477E08-89F9-E440-B732-3AEBA43BD82E}"/>
              </a:ext>
            </a:extLst>
          </p:cNvPr>
          <p:cNvSpPr>
            <a:spLocks noGrp="1"/>
          </p:cNvSpPr>
          <p:nvPr>
            <p:ph type="ctrTitle" hasCustomPrompt="1"/>
          </p:nvPr>
        </p:nvSpPr>
        <p:spPr>
          <a:xfrm>
            <a:off x="377825" y="441324"/>
            <a:ext cx="10000457" cy="1566863"/>
          </a:xfrm>
        </p:spPr>
        <p:txBody>
          <a:bodyPr anchor="t" anchorCtr="0">
            <a:normAutofit/>
          </a:bodyPr>
          <a:lstStyle>
            <a:lvl1pPr algn="l">
              <a:defRPr sz="3200">
                <a:solidFill>
                  <a:schemeClr val="tx1"/>
                </a:solidFill>
              </a:defRPr>
            </a:lvl1pPr>
          </a:lstStyle>
          <a:p>
            <a:r>
              <a:rPr lang="en-CA"/>
              <a:t>Presentation </a:t>
            </a:r>
            <a:br>
              <a:rPr lang="en-CA"/>
            </a:br>
            <a:r>
              <a:rPr lang="en-CA"/>
              <a:t>Title</a:t>
            </a:r>
          </a:p>
        </p:txBody>
      </p:sp>
      <p:sp>
        <p:nvSpPr>
          <p:cNvPr id="3" name="Subtitle 2">
            <a:extLst>
              <a:ext uri="{FF2B5EF4-FFF2-40B4-BE49-F238E27FC236}">
                <a16:creationId xmlns:a16="http://schemas.microsoft.com/office/drawing/2014/main" id="{8E88B004-1DA3-934C-8CB5-1FF691477431}"/>
              </a:ext>
            </a:extLst>
          </p:cNvPr>
          <p:cNvSpPr>
            <a:spLocks noGrp="1"/>
          </p:cNvSpPr>
          <p:nvPr>
            <p:ph type="subTitle" idx="1" hasCustomPrompt="1"/>
          </p:nvPr>
        </p:nvSpPr>
        <p:spPr>
          <a:xfrm>
            <a:off x="381000" y="2170153"/>
            <a:ext cx="3571875" cy="1906919"/>
          </a:xfrm>
          <a:prstGeom prst="callout1">
            <a:avLst>
              <a:gd name="adj1" fmla="val -210"/>
              <a:gd name="adj2" fmla="val 26006"/>
              <a:gd name="adj3" fmla="val -160"/>
              <a:gd name="adj4" fmla="val 2170"/>
            </a:avLst>
          </a:prstGeom>
          <a:ln w="38100">
            <a:solidFill>
              <a:schemeClr val="tx1"/>
            </a:solidFill>
          </a:ln>
        </p:spPr>
        <p:txBody>
          <a:bodyPr tIns="183600" rIns="90000">
            <a:noAutofit/>
          </a:bodyPr>
          <a:lstStyle>
            <a:lvl1pPr marL="0" indent="0" algn="l">
              <a:buNone/>
              <a:defRPr sz="1400">
                <a:solidFill>
                  <a:schemeClr val="tx1"/>
                </a:solidFill>
              </a:defRPr>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 </a:t>
            </a:r>
          </a:p>
        </p:txBody>
      </p:sp>
      <p:sp>
        <p:nvSpPr>
          <p:cNvPr id="4" name="Date Placeholder 3">
            <a:extLst>
              <a:ext uri="{FF2B5EF4-FFF2-40B4-BE49-F238E27FC236}">
                <a16:creationId xmlns:a16="http://schemas.microsoft.com/office/drawing/2014/main" id="{11F3C465-4A72-3842-A3F3-7E6EED668AD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5BE4076-D9F6-A04D-95EE-423EF5FC1F59}" type="datetime1">
              <a:rPr lang="en-CA" smtClean="0"/>
              <a:t>2026-06-08</a:t>
            </a:fld>
            <a:endParaRPr lang="en-CA"/>
          </a:p>
        </p:txBody>
      </p:sp>
      <p:sp>
        <p:nvSpPr>
          <p:cNvPr id="5" name="Footer Placeholder 4">
            <a:extLst>
              <a:ext uri="{FF2B5EF4-FFF2-40B4-BE49-F238E27FC236}">
                <a16:creationId xmlns:a16="http://schemas.microsoft.com/office/drawing/2014/main" id="{31F36BAC-CA62-6E4E-A36D-A9F19A02520C}"/>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6" name="Slide Number Placeholder 5">
            <a:extLst>
              <a:ext uri="{FF2B5EF4-FFF2-40B4-BE49-F238E27FC236}">
                <a16:creationId xmlns:a16="http://schemas.microsoft.com/office/drawing/2014/main" id="{87EAD7D6-A9D9-0A4E-973D-C119C5A93924}"/>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4" name="Graphic 13">
            <a:extLst>
              <a:ext uri="{FF2B5EF4-FFF2-40B4-BE49-F238E27FC236}">
                <a16:creationId xmlns:a16="http://schemas.microsoft.com/office/drawing/2014/main" id="{F51F9528-C67D-1545-B2FE-E500FCD60A4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0849" y="5924550"/>
            <a:ext cx="1594639" cy="583405"/>
          </a:xfrm>
          <a:prstGeom prst="rect">
            <a:avLst/>
          </a:prstGeom>
        </p:spPr>
      </p:pic>
      <p:pic>
        <p:nvPicPr>
          <p:cNvPr id="16" name="Graphic 15">
            <a:extLst>
              <a:ext uri="{FF2B5EF4-FFF2-40B4-BE49-F238E27FC236}">
                <a16:creationId xmlns:a16="http://schemas.microsoft.com/office/drawing/2014/main" id="{3EB032BF-227D-2346-85CF-A17F8AC1ED4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80265" y="5944561"/>
            <a:ext cx="980558" cy="520650"/>
          </a:xfrm>
          <a:prstGeom prst="rect">
            <a:avLst/>
          </a:prstGeom>
        </p:spPr>
      </p:pic>
    </p:spTree>
    <p:extLst>
      <p:ext uri="{BB962C8B-B14F-4D97-AF65-F5344CB8AC3E}">
        <p14:creationId xmlns:p14="http://schemas.microsoft.com/office/powerpoint/2010/main" val="2580863229"/>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7B835C4-0360-6B4A-9C35-048ADF784729}"/>
              </a:ext>
            </a:extLst>
          </p:cNvPr>
          <p:cNvSpPr/>
          <p:nvPr userDrawn="1"/>
        </p:nvSpPr>
        <p:spPr>
          <a:xfrm flipV="1">
            <a:off x="-1" y="-1"/>
            <a:ext cx="12191999" cy="3034146"/>
          </a:xfrm>
          <a:prstGeom prst="rect">
            <a:avLst/>
          </a:prstGeom>
          <a:gradFill>
            <a:gsLst>
              <a:gs pos="100000">
                <a:schemeClr val="bg1">
                  <a:alpha val="0"/>
                </a:schemeClr>
              </a:gs>
              <a:gs pos="60000">
                <a:srgbClr val="000000">
                  <a:alpha val="35898"/>
                </a:srgbClr>
              </a:gs>
              <a:gs pos="25000">
                <a:schemeClr val="bg1">
                  <a:alpha val="40754"/>
                </a:schemeClr>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Title 1">
            <a:extLst>
              <a:ext uri="{FF2B5EF4-FFF2-40B4-BE49-F238E27FC236}">
                <a16:creationId xmlns:a16="http://schemas.microsoft.com/office/drawing/2014/main" id="{F437C0B3-8DA3-2F4A-92A7-3354E5AE6FE5}"/>
              </a:ext>
            </a:extLst>
          </p:cNvPr>
          <p:cNvSpPr>
            <a:spLocks noGrp="1"/>
          </p:cNvSpPr>
          <p:nvPr>
            <p:ph type="ctrTitle" hasCustomPrompt="1"/>
          </p:nvPr>
        </p:nvSpPr>
        <p:spPr>
          <a:xfrm>
            <a:off x="375503" y="441325"/>
            <a:ext cx="6434873" cy="1247626"/>
          </a:xfrm>
        </p:spPr>
        <p:txBody>
          <a:bodyPr anchor="t">
            <a:normAutofit/>
          </a:bodyPr>
          <a:lstStyle>
            <a:lvl1pPr algn="l">
              <a:defRPr sz="3200">
                <a:solidFill>
                  <a:schemeClr val="tx1"/>
                </a:solidFill>
              </a:defRPr>
            </a:lvl1pPr>
          </a:lstStyle>
          <a:p>
            <a:r>
              <a:rPr lang="en-CA"/>
              <a:t>Presentation </a:t>
            </a:r>
            <a:br>
              <a:rPr lang="en-CA"/>
            </a:br>
            <a:r>
              <a:rPr lang="en-CA"/>
              <a:t>Title</a:t>
            </a:r>
          </a:p>
        </p:txBody>
      </p:sp>
      <p:sp>
        <p:nvSpPr>
          <p:cNvPr id="14" name="Text Placeholder 2">
            <a:extLst>
              <a:ext uri="{FF2B5EF4-FFF2-40B4-BE49-F238E27FC236}">
                <a16:creationId xmlns:a16="http://schemas.microsoft.com/office/drawing/2014/main" id="{5AF36411-307A-3D43-B3A4-A4B80131D466}"/>
              </a:ext>
            </a:extLst>
          </p:cNvPr>
          <p:cNvSpPr>
            <a:spLocks noGrp="1"/>
          </p:cNvSpPr>
          <p:nvPr>
            <p:ph type="body" sz="quarter" idx="10" hasCustomPrompt="1"/>
          </p:nvPr>
        </p:nvSpPr>
        <p:spPr>
          <a:xfrm>
            <a:off x="375503" y="1688950"/>
            <a:ext cx="6434873"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1" name="Subtitle 2">
            <a:extLst>
              <a:ext uri="{FF2B5EF4-FFF2-40B4-BE49-F238E27FC236}">
                <a16:creationId xmlns:a16="http://schemas.microsoft.com/office/drawing/2014/main" id="{736835AD-6D40-DB4F-8D91-90B4E66BF63B}"/>
              </a:ext>
            </a:extLst>
          </p:cNvPr>
          <p:cNvSpPr>
            <a:spLocks noGrp="1"/>
          </p:cNvSpPr>
          <p:nvPr>
            <p:ph type="subTitle" idx="1" hasCustomPrompt="1"/>
          </p:nvPr>
        </p:nvSpPr>
        <p:spPr>
          <a:xfrm>
            <a:off x="8239125" y="611541"/>
            <a:ext cx="3577372"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0" name="Graphic 9">
            <a:extLst>
              <a:ext uri="{FF2B5EF4-FFF2-40B4-BE49-F238E27FC236}">
                <a16:creationId xmlns:a16="http://schemas.microsoft.com/office/drawing/2014/main" id="{2BF496F8-02F0-5F48-B075-175770144B4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15" name="Date Placeholder 3">
            <a:extLst>
              <a:ext uri="{FF2B5EF4-FFF2-40B4-BE49-F238E27FC236}">
                <a16:creationId xmlns:a16="http://schemas.microsoft.com/office/drawing/2014/main" id="{2CD6FCF1-2477-5C4A-AF2F-4AFD7EA0CAF9}"/>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7AAE0B34-6EB8-5B45-8D5F-030BD296EED9}" type="datetime1">
              <a:rPr lang="en-CA" smtClean="0"/>
              <a:t>2026-06-08</a:t>
            </a:fld>
            <a:endParaRPr lang="en-CA"/>
          </a:p>
        </p:txBody>
      </p:sp>
      <p:sp>
        <p:nvSpPr>
          <p:cNvPr id="16" name="Footer Placeholder 4">
            <a:extLst>
              <a:ext uri="{FF2B5EF4-FFF2-40B4-BE49-F238E27FC236}">
                <a16:creationId xmlns:a16="http://schemas.microsoft.com/office/drawing/2014/main" id="{99B3EE79-6E72-1242-9907-9663A7FA1092}"/>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7" name="Slide Number Placeholder 5">
            <a:extLst>
              <a:ext uri="{FF2B5EF4-FFF2-40B4-BE49-F238E27FC236}">
                <a16:creationId xmlns:a16="http://schemas.microsoft.com/office/drawing/2014/main" id="{0E33251A-3A86-6445-AAEF-6868601802B5}"/>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8" name="Graphic 17">
            <a:extLst>
              <a:ext uri="{FF2B5EF4-FFF2-40B4-BE49-F238E27FC236}">
                <a16:creationId xmlns:a16="http://schemas.microsoft.com/office/drawing/2014/main" id="{31A29BF4-8D97-CF44-8EC5-711B313A3D4A}"/>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0849" y="5924550"/>
            <a:ext cx="1594639" cy="583405"/>
          </a:xfrm>
          <a:prstGeom prst="rect">
            <a:avLst/>
          </a:prstGeom>
        </p:spPr>
      </p:pic>
    </p:spTree>
    <p:extLst>
      <p:ext uri="{BB962C8B-B14F-4D97-AF65-F5344CB8AC3E}">
        <p14:creationId xmlns:p14="http://schemas.microsoft.com/office/powerpoint/2010/main" val="1765637118"/>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orient="horz" pos="52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D5E865F-085B-0A47-9D78-027AE2DF844F}"/>
              </a:ext>
            </a:extLst>
          </p:cNvPr>
          <p:cNvSpPr/>
          <p:nvPr userDrawn="1"/>
        </p:nvSpPr>
        <p:spPr>
          <a:xfrm flipV="1">
            <a:off x="-1" y="0"/>
            <a:ext cx="12191999" cy="6858000"/>
          </a:xfrm>
          <a:prstGeom prst="rect">
            <a:avLst/>
          </a:prstGeom>
          <a:solidFill>
            <a:schemeClr val="bg1">
              <a:alpha val="30067"/>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E21DA480-4620-6048-BF66-75E772721E1B}"/>
              </a:ext>
            </a:extLst>
          </p:cNvPr>
          <p:cNvSpPr>
            <a:spLocks noGrp="1"/>
          </p:cNvSpPr>
          <p:nvPr>
            <p:ph type="ctrTitle" hasCustomPrompt="1"/>
          </p:nvPr>
        </p:nvSpPr>
        <p:spPr>
          <a:xfrm>
            <a:off x="1808163" y="441325"/>
            <a:ext cx="8572500" cy="645253"/>
          </a:xfrm>
        </p:spPr>
        <p:txBody>
          <a:bodyPr anchor="b" anchorCtr="0">
            <a:normAutofit/>
          </a:bodyPr>
          <a:lstStyle>
            <a:lvl1pPr algn="ctr">
              <a:defRPr sz="2200">
                <a:solidFill>
                  <a:schemeClr val="tx1"/>
                </a:solidFill>
              </a:defRPr>
            </a:lvl1pPr>
          </a:lstStyle>
          <a:p>
            <a:r>
              <a:rPr lang="en-CA"/>
              <a:t>Presentation Title</a:t>
            </a:r>
          </a:p>
        </p:txBody>
      </p:sp>
      <p:pic>
        <p:nvPicPr>
          <p:cNvPr id="12" name="Graphic 11">
            <a:extLst>
              <a:ext uri="{FF2B5EF4-FFF2-40B4-BE49-F238E27FC236}">
                <a16:creationId xmlns:a16="http://schemas.microsoft.com/office/drawing/2014/main" id="{3EE0B66E-F1BF-3240-92CE-1BE66AD283E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475820" y="2568728"/>
            <a:ext cx="3240360" cy="1720544"/>
          </a:xfrm>
          <a:prstGeom prst="rect">
            <a:avLst/>
          </a:prstGeom>
        </p:spPr>
      </p:pic>
      <p:sp>
        <p:nvSpPr>
          <p:cNvPr id="9" name="Date Placeholder 3">
            <a:extLst>
              <a:ext uri="{FF2B5EF4-FFF2-40B4-BE49-F238E27FC236}">
                <a16:creationId xmlns:a16="http://schemas.microsoft.com/office/drawing/2014/main" id="{7ECF3DFD-68AC-A24D-8035-BEEAC8467263}"/>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E3958FF6-D0ED-2B4D-9DA0-4818BA59518A}" type="datetime1">
              <a:rPr lang="en-CA" smtClean="0"/>
              <a:t>2026-06-08</a:t>
            </a:fld>
            <a:endParaRPr lang="en-CA"/>
          </a:p>
        </p:txBody>
      </p:sp>
      <p:sp>
        <p:nvSpPr>
          <p:cNvPr id="10" name="Footer Placeholder 4">
            <a:extLst>
              <a:ext uri="{FF2B5EF4-FFF2-40B4-BE49-F238E27FC236}">
                <a16:creationId xmlns:a16="http://schemas.microsoft.com/office/drawing/2014/main" id="{EEBF229A-C120-C141-81E3-0E3933FF970E}"/>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1" name="Slide Number Placeholder 5">
            <a:extLst>
              <a:ext uri="{FF2B5EF4-FFF2-40B4-BE49-F238E27FC236}">
                <a16:creationId xmlns:a16="http://schemas.microsoft.com/office/drawing/2014/main" id="{54A72F33-1DDF-7E4C-A27F-B3AD6A894CA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3" name="Graphic 12">
            <a:extLst>
              <a:ext uri="{FF2B5EF4-FFF2-40B4-BE49-F238E27FC236}">
                <a16:creationId xmlns:a16="http://schemas.microsoft.com/office/drawing/2014/main" id="{74742F17-B68C-0443-92E4-A11919673CED}"/>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298681" y="5908354"/>
            <a:ext cx="1594639" cy="583405"/>
          </a:xfrm>
          <a:prstGeom prst="rect">
            <a:avLst/>
          </a:prstGeom>
        </p:spPr>
      </p:pic>
      <p:sp>
        <p:nvSpPr>
          <p:cNvPr id="15" name="Text Placeholder 2">
            <a:extLst>
              <a:ext uri="{FF2B5EF4-FFF2-40B4-BE49-F238E27FC236}">
                <a16:creationId xmlns:a16="http://schemas.microsoft.com/office/drawing/2014/main" id="{BDBAE5BA-798A-3E43-B9E1-17134A265AC5}"/>
              </a:ext>
            </a:extLst>
          </p:cNvPr>
          <p:cNvSpPr>
            <a:spLocks noGrp="1"/>
          </p:cNvSpPr>
          <p:nvPr>
            <p:ph type="body" sz="quarter" idx="13" hasCustomPrompt="1"/>
          </p:nvPr>
        </p:nvSpPr>
        <p:spPr>
          <a:xfrm>
            <a:off x="1808163" y="1086578"/>
            <a:ext cx="8572500" cy="485655"/>
          </a:xfrm>
        </p:spPr>
        <p:txBody>
          <a:bodyPr>
            <a:noAutofit/>
          </a:bodyPr>
          <a:lstStyle>
            <a:lvl1pPr marL="0" indent="0" algn="ctr">
              <a:lnSpc>
                <a:spcPct val="100000"/>
              </a:lnSpc>
              <a:spcBef>
                <a:spcPts val="0"/>
              </a:spcBef>
              <a:buNone/>
              <a:defRPr sz="1400">
                <a:solidFill>
                  <a:schemeClr val="tx1"/>
                </a:solidFill>
              </a:defRPr>
            </a:lvl1pPr>
          </a:lstStyle>
          <a:p>
            <a:r>
              <a:rPr lang="en-CA"/>
              <a:t>Presentation Subtitle or Date</a:t>
            </a:r>
          </a:p>
        </p:txBody>
      </p:sp>
    </p:spTree>
    <p:extLst>
      <p:ext uri="{BB962C8B-B14F-4D97-AF65-F5344CB8AC3E}">
        <p14:creationId xmlns:p14="http://schemas.microsoft.com/office/powerpoint/2010/main" val="3658255699"/>
      </p:ext>
    </p:extLst>
  </p:cSld>
  <p:clrMapOvr>
    <a:overrideClrMapping bg1="dk1" tx1="lt1" bg2="dk2" tx2="lt1"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Box">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5098608-D70C-6242-908D-105B7BBC7D9A}"/>
              </a:ext>
            </a:extLst>
          </p:cNvPr>
          <p:cNvSpPr>
            <a:spLocks noGrp="1"/>
          </p:cNvSpPr>
          <p:nvPr>
            <p:ph type="ctrTitle" hasCustomPrompt="1"/>
          </p:nvPr>
        </p:nvSpPr>
        <p:spPr>
          <a:xfrm>
            <a:off x="1" y="534010"/>
            <a:ext cx="5043714" cy="3760084"/>
          </a:xfrm>
          <a:solidFill>
            <a:schemeClr val="accent1">
              <a:alpha val="90000"/>
            </a:schemeClr>
          </a:solidFill>
        </p:spPr>
        <p:txBody>
          <a:bodyPr lIns="457200" tIns="338328" anchor="t">
            <a:noAutofit/>
          </a:bodyPr>
          <a:lstStyle>
            <a:lvl1pPr algn="l">
              <a:defRPr sz="3200">
                <a:solidFill>
                  <a:schemeClr val="tx1"/>
                </a:solidFill>
              </a:defRPr>
            </a:lvl1pPr>
          </a:lstStyle>
          <a:p>
            <a:r>
              <a:rPr lang="en-CA"/>
              <a:t>Presentation </a:t>
            </a:r>
            <a:br>
              <a:rPr lang="en-CA"/>
            </a:br>
            <a:r>
              <a:rPr lang="en-CA"/>
              <a:t>Title</a:t>
            </a:r>
          </a:p>
        </p:txBody>
      </p:sp>
      <p:sp>
        <p:nvSpPr>
          <p:cNvPr id="17" name="Text Placeholder 2">
            <a:extLst>
              <a:ext uri="{FF2B5EF4-FFF2-40B4-BE49-F238E27FC236}">
                <a16:creationId xmlns:a16="http://schemas.microsoft.com/office/drawing/2014/main" id="{AF41ECEA-DA65-3F4D-8596-30003317DB6C}"/>
              </a:ext>
            </a:extLst>
          </p:cNvPr>
          <p:cNvSpPr>
            <a:spLocks noGrp="1"/>
          </p:cNvSpPr>
          <p:nvPr>
            <p:ph type="body" sz="quarter" idx="10" hasCustomPrompt="1"/>
          </p:nvPr>
        </p:nvSpPr>
        <p:spPr>
          <a:xfrm>
            <a:off x="366591" y="2326883"/>
            <a:ext cx="3571875" cy="375987"/>
          </a:xfrm>
        </p:spPr>
        <p:txBody>
          <a:bodyPr>
            <a:noAutofit/>
          </a:bodyPr>
          <a:lstStyle>
            <a:lvl1pPr marL="0" indent="0" algn="l">
              <a:lnSpc>
                <a:spcPct val="100000"/>
              </a:lnSpc>
              <a:spcBef>
                <a:spcPts val="0"/>
              </a:spcBef>
              <a:buNone/>
              <a:defRPr sz="1400">
                <a:solidFill>
                  <a:schemeClr val="tx1"/>
                </a:solidFill>
              </a:defRPr>
            </a:lvl1pPr>
          </a:lstStyle>
          <a:p>
            <a:pPr lvl="0"/>
            <a:r>
              <a:rPr lang="en-CA"/>
              <a:t>Date</a:t>
            </a:r>
          </a:p>
        </p:txBody>
      </p:sp>
      <p:sp>
        <p:nvSpPr>
          <p:cNvPr id="12" name="Subtitle 2">
            <a:extLst>
              <a:ext uri="{FF2B5EF4-FFF2-40B4-BE49-F238E27FC236}">
                <a16:creationId xmlns:a16="http://schemas.microsoft.com/office/drawing/2014/main" id="{E2F41215-CF00-9340-847C-0413D3DAE636}"/>
              </a:ext>
            </a:extLst>
          </p:cNvPr>
          <p:cNvSpPr>
            <a:spLocks noGrp="1"/>
          </p:cNvSpPr>
          <p:nvPr>
            <p:ph type="subTitle" idx="1" hasCustomPrompt="1"/>
          </p:nvPr>
        </p:nvSpPr>
        <p:spPr>
          <a:xfrm>
            <a:off x="381000" y="2948531"/>
            <a:ext cx="3571875" cy="1031797"/>
          </a:xfrm>
          <a:prstGeom prst="callout1">
            <a:avLst>
              <a:gd name="adj1" fmla="val 15"/>
              <a:gd name="adj2" fmla="val 25889"/>
              <a:gd name="adj3" fmla="val 91"/>
              <a:gd name="adj4" fmla="val 2200"/>
            </a:avLst>
          </a:prstGeom>
          <a:ln w="38100">
            <a:solidFill>
              <a:schemeClr val="tx1"/>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and title</a:t>
            </a:r>
          </a:p>
        </p:txBody>
      </p:sp>
      <p:pic>
        <p:nvPicPr>
          <p:cNvPr id="11" name="Graphic 10">
            <a:extLst>
              <a:ext uri="{FF2B5EF4-FFF2-40B4-BE49-F238E27FC236}">
                <a16:creationId xmlns:a16="http://schemas.microsoft.com/office/drawing/2014/main" id="{FDE510C3-6162-FD47-924E-799B6F06C24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8" name="Date Placeholder 3">
            <a:extLst>
              <a:ext uri="{FF2B5EF4-FFF2-40B4-BE49-F238E27FC236}">
                <a16:creationId xmlns:a16="http://schemas.microsoft.com/office/drawing/2014/main" id="{E6F8A007-C15E-8541-B9A2-32A09BFC5A04}"/>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4664F7E2-B8C4-1343-AE3D-776C9722A352}" type="datetime1">
              <a:rPr lang="en-CA" smtClean="0"/>
              <a:t>2026-06-08</a:t>
            </a:fld>
            <a:endParaRPr lang="en-CA"/>
          </a:p>
        </p:txBody>
      </p:sp>
      <p:sp>
        <p:nvSpPr>
          <p:cNvPr id="9" name="Footer Placeholder 4">
            <a:extLst>
              <a:ext uri="{FF2B5EF4-FFF2-40B4-BE49-F238E27FC236}">
                <a16:creationId xmlns:a16="http://schemas.microsoft.com/office/drawing/2014/main" id="{3B769DE6-128C-E74F-AF11-FAC8C1C693B2}"/>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98677C0B-7D80-EC4D-B07C-C86B78FB8E1F}"/>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3" name="Graphic 12">
            <a:extLst>
              <a:ext uri="{FF2B5EF4-FFF2-40B4-BE49-F238E27FC236}">
                <a16:creationId xmlns:a16="http://schemas.microsoft.com/office/drawing/2014/main" id="{D999B45A-4A7C-1E45-B009-0AEBF33D21A2}"/>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0849" y="5924550"/>
            <a:ext cx="1594639" cy="583405"/>
          </a:xfrm>
          <a:prstGeom prst="rect">
            <a:avLst/>
          </a:prstGeom>
        </p:spPr>
      </p:pic>
    </p:spTree>
    <p:extLst>
      <p:ext uri="{BB962C8B-B14F-4D97-AF65-F5344CB8AC3E}">
        <p14:creationId xmlns:p14="http://schemas.microsoft.com/office/powerpoint/2010/main" val="3448208888"/>
      </p:ext>
    </p:extLst>
  </p:cSld>
  <p:clrMapOvr>
    <a:overrideClrMapping bg1="dk1" tx1="lt1" bg2="dk2" tx2="lt1"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 Aerial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741DEF-46F1-1840-8774-3964F43507E2}"/>
              </a:ext>
            </a:extLst>
          </p:cNvPr>
          <p:cNvSpPr/>
          <p:nvPr userDrawn="1"/>
        </p:nvSpPr>
        <p:spPr>
          <a:xfrm>
            <a:off x="0" y="0"/>
            <a:ext cx="12192000" cy="6858000"/>
          </a:xfrm>
          <a:prstGeom prst="rect">
            <a:avLst/>
          </a:prstGeom>
          <a:gradFill>
            <a:gsLst>
              <a:gs pos="51000">
                <a:srgbClr val="FFFFFF">
                  <a:alpha val="25000"/>
                </a:srgbClr>
              </a:gs>
              <a:gs pos="41000">
                <a:srgbClr val="FFFFFF">
                  <a:alpha val="50000"/>
                </a:srgbClr>
              </a:gs>
              <a:gs pos="26000">
                <a:schemeClr val="bg1">
                  <a:alpha val="75000"/>
                </a:schemeClr>
              </a:gs>
              <a:gs pos="64000">
                <a:schemeClr val="bg1">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Rectangle 1">
            <a:extLst>
              <a:ext uri="{FF2B5EF4-FFF2-40B4-BE49-F238E27FC236}">
                <a16:creationId xmlns:a16="http://schemas.microsoft.com/office/drawing/2014/main" id="{BF962485-AC32-914D-A988-5C5C7E35B882}"/>
              </a:ext>
            </a:extLst>
          </p:cNvPr>
          <p:cNvSpPr/>
          <p:nvPr userDrawn="1"/>
        </p:nvSpPr>
        <p:spPr>
          <a:xfrm>
            <a:off x="0" y="0"/>
            <a:ext cx="12192000" cy="3964781"/>
          </a:xfrm>
          <a:prstGeom prst="rect">
            <a:avLst/>
          </a:prstGeom>
          <a:gradFill>
            <a:gsLst>
              <a:gs pos="16000">
                <a:schemeClr val="bg1">
                  <a:alpha val="80838"/>
                </a:schemeClr>
              </a:gs>
              <a:gs pos="39000">
                <a:schemeClr val="bg1">
                  <a:alpha val="55628"/>
                </a:schemeClr>
              </a:gs>
              <a:gs pos="63000">
                <a:schemeClr val="bg1">
                  <a:alpha val="44000"/>
                </a:schemeClr>
              </a:gs>
              <a:gs pos="100000">
                <a:schemeClr val="bg1">
                  <a:alpha val="0"/>
                </a:schemeClr>
              </a:gs>
              <a:gs pos="81000">
                <a:schemeClr val="bg1">
                  <a:alpha val="14647"/>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6" name="Picture 15">
            <a:extLst>
              <a:ext uri="{FF2B5EF4-FFF2-40B4-BE49-F238E27FC236}">
                <a16:creationId xmlns:a16="http://schemas.microsoft.com/office/drawing/2014/main" id="{FE1E4563-D78D-9741-BE1F-E2796A4DE7DC}"/>
              </a:ext>
            </a:extLst>
          </p:cNvPr>
          <p:cNvPicPr>
            <a:picLocks noChangeAspect="1"/>
          </p:cNvPicPr>
          <p:nvPr userDrawn="1"/>
        </p:nvPicPr>
        <p:blipFill>
          <a:blip r:embed="rId3"/>
          <a:stretch>
            <a:fillRect/>
          </a:stretch>
        </p:blipFill>
        <p:spPr>
          <a:xfrm>
            <a:off x="10785046" y="367803"/>
            <a:ext cx="976588" cy="520650"/>
          </a:xfrm>
          <a:prstGeom prst="rect">
            <a:avLst/>
          </a:prstGeom>
        </p:spPr>
      </p:pic>
      <p:sp>
        <p:nvSpPr>
          <p:cNvPr id="10" name="Title 1">
            <a:extLst>
              <a:ext uri="{FF2B5EF4-FFF2-40B4-BE49-F238E27FC236}">
                <a16:creationId xmlns:a16="http://schemas.microsoft.com/office/drawing/2014/main" id="{7AB3015E-9C6A-8540-9BC5-F25CB2502775}"/>
              </a:ext>
            </a:extLst>
          </p:cNvPr>
          <p:cNvSpPr>
            <a:spLocks noGrp="1"/>
          </p:cNvSpPr>
          <p:nvPr>
            <p:ph type="ctrTitle" hasCustomPrompt="1"/>
          </p:nvPr>
        </p:nvSpPr>
        <p:spPr>
          <a:xfrm>
            <a:off x="375503" y="1521292"/>
            <a:ext cx="6434873" cy="1247626"/>
          </a:xfrm>
        </p:spPr>
        <p:txBody>
          <a:bodyPr anchor="t">
            <a:normAutofit/>
          </a:bodyPr>
          <a:lstStyle>
            <a:lvl1pPr algn="l">
              <a:defRPr sz="3200">
                <a:solidFill>
                  <a:schemeClr val="tx2"/>
                </a:solidFill>
              </a:defRPr>
            </a:lvl1pPr>
          </a:lstStyle>
          <a:p>
            <a:r>
              <a:rPr lang="en-CA"/>
              <a:t>Presentation </a:t>
            </a:r>
            <a:br>
              <a:rPr lang="en-CA"/>
            </a:br>
            <a:r>
              <a:rPr lang="en-CA"/>
              <a:t>Title</a:t>
            </a:r>
          </a:p>
        </p:txBody>
      </p:sp>
      <p:sp>
        <p:nvSpPr>
          <p:cNvPr id="11" name="Text Placeholder 2">
            <a:extLst>
              <a:ext uri="{FF2B5EF4-FFF2-40B4-BE49-F238E27FC236}">
                <a16:creationId xmlns:a16="http://schemas.microsoft.com/office/drawing/2014/main" id="{C9371049-C387-C743-B633-3F7BF1386CB4}"/>
              </a:ext>
            </a:extLst>
          </p:cNvPr>
          <p:cNvSpPr>
            <a:spLocks noGrp="1"/>
          </p:cNvSpPr>
          <p:nvPr>
            <p:ph type="body" sz="quarter" idx="10" hasCustomPrompt="1"/>
          </p:nvPr>
        </p:nvSpPr>
        <p:spPr>
          <a:xfrm>
            <a:off x="375504" y="2768917"/>
            <a:ext cx="6434872"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2" name="Subtitle 2">
            <a:extLst>
              <a:ext uri="{FF2B5EF4-FFF2-40B4-BE49-F238E27FC236}">
                <a16:creationId xmlns:a16="http://schemas.microsoft.com/office/drawing/2014/main" id="{7E140334-0B02-EF46-8D1C-99C78CBFF5A9}"/>
              </a:ext>
            </a:extLst>
          </p:cNvPr>
          <p:cNvSpPr>
            <a:spLocks noGrp="1"/>
          </p:cNvSpPr>
          <p:nvPr>
            <p:ph type="subTitle" idx="1" hasCustomPrompt="1"/>
          </p:nvPr>
        </p:nvSpPr>
        <p:spPr>
          <a:xfrm>
            <a:off x="8493919" y="1691508"/>
            <a:ext cx="3322578"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3" name="Graphic 12">
            <a:extLst>
              <a:ext uri="{FF2B5EF4-FFF2-40B4-BE49-F238E27FC236}">
                <a16:creationId xmlns:a16="http://schemas.microsoft.com/office/drawing/2014/main" id="{B0AF0184-9D94-4042-9955-564E83A8340C}"/>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57200" y="356012"/>
            <a:ext cx="1587500" cy="571500"/>
          </a:xfrm>
          <a:prstGeom prst="rect">
            <a:avLst/>
          </a:prstGeom>
        </p:spPr>
      </p:pic>
      <p:sp>
        <p:nvSpPr>
          <p:cNvPr id="9" name="Date Placeholder 3">
            <a:extLst>
              <a:ext uri="{FF2B5EF4-FFF2-40B4-BE49-F238E27FC236}">
                <a16:creationId xmlns:a16="http://schemas.microsoft.com/office/drawing/2014/main" id="{D390B6CA-A106-A94E-9756-258D5910D28C}"/>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5B5EF329-1CB0-2C42-80E8-486CDC974695}" type="datetime1">
              <a:rPr lang="en-CA" smtClean="0"/>
              <a:t>2026-06-08</a:t>
            </a:fld>
            <a:endParaRPr lang="en-CA"/>
          </a:p>
        </p:txBody>
      </p:sp>
      <p:sp>
        <p:nvSpPr>
          <p:cNvPr id="14" name="Footer Placeholder 4">
            <a:extLst>
              <a:ext uri="{FF2B5EF4-FFF2-40B4-BE49-F238E27FC236}">
                <a16:creationId xmlns:a16="http://schemas.microsoft.com/office/drawing/2014/main" id="{A1472B3A-F315-774C-AEBE-800B35FD0253}"/>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5" name="Slide Number Placeholder 5">
            <a:extLst>
              <a:ext uri="{FF2B5EF4-FFF2-40B4-BE49-F238E27FC236}">
                <a16:creationId xmlns:a16="http://schemas.microsoft.com/office/drawing/2014/main" id="{AA91710A-C762-F340-BCAF-108D746BC6EB}"/>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712571839"/>
      </p:ext>
    </p:extLst>
  </p:cSld>
  <p:clrMapOvr>
    <a:masterClrMapping/>
  </p:clrMapOvr>
  <p:extLst>
    <p:ext uri="{DCECCB84-F9BA-43D5-87BE-67443E8EF086}">
      <p15:sldGuideLst xmlns:p15="http://schemas.microsoft.com/office/powerpoint/2012/main">
        <p15:guide id="1" orient="horz" pos="576" userDrawn="1">
          <p15:clr>
            <a:srgbClr val="F26B43"/>
          </p15:clr>
        </p15:guide>
        <p15:guide id="2" orient="horz" pos="1004"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 Aerial 2">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A07BFE7F-5430-4948-8DBC-8FE8055978C8}"/>
              </a:ext>
            </a:extLst>
          </p:cNvPr>
          <p:cNvPicPr>
            <a:picLocks noChangeAspect="1"/>
          </p:cNvPicPr>
          <p:nvPr userDrawn="1"/>
        </p:nvPicPr>
        <p:blipFill rotWithShape="1">
          <a:blip r:embed="rId2">
            <a:alphaModFix amt="30000"/>
          </a:blip>
          <a:srcRect l="-14550" t="-10869" r="50000" b="-711"/>
          <a:stretch/>
        </p:blipFill>
        <p:spPr>
          <a:xfrm>
            <a:off x="4206240" y="53790"/>
            <a:ext cx="7985761" cy="6901948"/>
          </a:xfrm>
          <a:prstGeom prst="rect">
            <a:avLst/>
          </a:prstGeom>
        </p:spPr>
      </p:pic>
      <p:pic>
        <p:nvPicPr>
          <p:cNvPr id="3" name="Picture 2">
            <a:extLst>
              <a:ext uri="{FF2B5EF4-FFF2-40B4-BE49-F238E27FC236}">
                <a16:creationId xmlns:a16="http://schemas.microsoft.com/office/drawing/2014/main" id="{4858ABEB-A272-F042-B5CB-3AB1161AAB12}"/>
              </a:ext>
            </a:extLst>
          </p:cNvPr>
          <p:cNvPicPr>
            <a:picLocks noChangeAspect="1"/>
          </p:cNvPicPr>
          <p:nvPr userDrawn="1"/>
        </p:nvPicPr>
        <p:blipFill rotWithShape="1">
          <a:blip r:embed="rId3"/>
          <a:srcRect t="44138" b="2777"/>
          <a:stretch/>
        </p:blipFill>
        <p:spPr>
          <a:xfrm>
            <a:off x="457798" y="2167748"/>
            <a:ext cx="11276401" cy="3367147"/>
          </a:xfrm>
          <a:prstGeom prst="rect">
            <a:avLst/>
          </a:prstGeom>
        </p:spPr>
      </p:pic>
      <p:sp>
        <p:nvSpPr>
          <p:cNvPr id="18" name="Title 1">
            <a:extLst>
              <a:ext uri="{FF2B5EF4-FFF2-40B4-BE49-F238E27FC236}">
                <a16:creationId xmlns:a16="http://schemas.microsoft.com/office/drawing/2014/main" id="{5E521C3E-1847-E440-A0DC-3FBE3EBFC3F3}"/>
              </a:ext>
            </a:extLst>
          </p:cNvPr>
          <p:cNvSpPr>
            <a:spLocks noGrp="1"/>
          </p:cNvSpPr>
          <p:nvPr>
            <p:ph type="ctrTitle" hasCustomPrompt="1"/>
          </p:nvPr>
        </p:nvSpPr>
        <p:spPr>
          <a:xfrm>
            <a:off x="375503" y="441325"/>
            <a:ext cx="6434873" cy="1247626"/>
          </a:xfrm>
        </p:spPr>
        <p:txBody>
          <a:bodyPr anchor="t">
            <a:normAutofit/>
          </a:bodyPr>
          <a:lstStyle>
            <a:lvl1pPr algn="l">
              <a:defRPr sz="3200">
                <a:solidFill>
                  <a:schemeClr val="tx2"/>
                </a:solidFill>
              </a:defRPr>
            </a:lvl1pPr>
          </a:lstStyle>
          <a:p>
            <a:r>
              <a:rPr lang="en-CA"/>
              <a:t>Presentation </a:t>
            </a:r>
            <a:br>
              <a:rPr lang="en-CA"/>
            </a:br>
            <a:r>
              <a:rPr lang="en-CA"/>
              <a:t>Title</a:t>
            </a:r>
          </a:p>
        </p:txBody>
      </p:sp>
      <p:sp>
        <p:nvSpPr>
          <p:cNvPr id="20" name="Text Placeholder 2">
            <a:extLst>
              <a:ext uri="{FF2B5EF4-FFF2-40B4-BE49-F238E27FC236}">
                <a16:creationId xmlns:a16="http://schemas.microsoft.com/office/drawing/2014/main" id="{BD8075C3-DC41-7645-AD77-A006023CF0BF}"/>
              </a:ext>
            </a:extLst>
          </p:cNvPr>
          <p:cNvSpPr>
            <a:spLocks noGrp="1"/>
          </p:cNvSpPr>
          <p:nvPr>
            <p:ph type="body" sz="quarter" idx="10" hasCustomPrompt="1"/>
          </p:nvPr>
        </p:nvSpPr>
        <p:spPr>
          <a:xfrm>
            <a:off x="375504" y="1688950"/>
            <a:ext cx="6434872" cy="325061"/>
          </a:xfrm>
        </p:spPr>
        <p:txBody>
          <a:bodyPr>
            <a:noAutofit/>
          </a:bodyPr>
          <a:lstStyle>
            <a:lvl1pPr marL="0" indent="0">
              <a:lnSpc>
                <a:spcPct val="100000"/>
              </a:lnSpc>
              <a:spcBef>
                <a:spcPts val="0"/>
              </a:spcBef>
              <a:buNone/>
              <a:defRPr sz="1400">
                <a:solidFill>
                  <a:schemeClr val="tx1"/>
                </a:solidFill>
              </a:defRPr>
            </a:lvl1pPr>
          </a:lstStyle>
          <a:p>
            <a:pPr lvl="0"/>
            <a:r>
              <a:rPr lang="en-CA"/>
              <a:t>Date</a:t>
            </a:r>
          </a:p>
        </p:txBody>
      </p:sp>
      <p:sp>
        <p:nvSpPr>
          <p:cNvPr id="17" name="Subtitle 2">
            <a:extLst>
              <a:ext uri="{FF2B5EF4-FFF2-40B4-BE49-F238E27FC236}">
                <a16:creationId xmlns:a16="http://schemas.microsoft.com/office/drawing/2014/main" id="{A7F91E28-BECB-B047-9A53-42A27E8CAAFB}"/>
              </a:ext>
            </a:extLst>
          </p:cNvPr>
          <p:cNvSpPr>
            <a:spLocks noGrp="1"/>
          </p:cNvSpPr>
          <p:nvPr>
            <p:ph type="subTitle" idx="1" hasCustomPrompt="1"/>
          </p:nvPr>
        </p:nvSpPr>
        <p:spPr>
          <a:xfrm>
            <a:off x="8239125" y="611541"/>
            <a:ext cx="3577372" cy="1396647"/>
          </a:xfrm>
        </p:spPr>
        <p:txBody>
          <a:bodyPr>
            <a:normAutofit/>
          </a:bodyPr>
          <a:lstStyle>
            <a:lvl1pPr marL="0" indent="0" algn="l">
              <a:lnSpc>
                <a:spcPct val="100000"/>
              </a:lnSpc>
              <a:spcBef>
                <a:spcPts val="1000"/>
              </a:spcBef>
              <a:buNone/>
              <a:defRPr sz="1400" b="0" i="0">
                <a:solidFill>
                  <a:schemeClr val="tx1"/>
                </a:solidFill>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Presenter name and title</a:t>
            </a:r>
          </a:p>
        </p:txBody>
      </p:sp>
      <p:pic>
        <p:nvPicPr>
          <p:cNvPr id="16" name="Graphic 15">
            <a:extLst>
              <a:ext uri="{FF2B5EF4-FFF2-40B4-BE49-F238E27FC236}">
                <a16:creationId xmlns:a16="http://schemas.microsoft.com/office/drawing/2014/main" id="{E5B048B4-711C-0F4D-B9A7-014D2AF0A7E5}"/>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80265" y="5944561"/>
            <a:ext cx="980558" cy="520650"/>
          </a:xfrm>
          <a:prstGeom prst="rect">
            <a:avLst/>
          </a:prstGeom>
        </p:spPr>
      </p:pic>
      <p:sp>
        <p:nvSpPr>
          <p:cNvPr id="10" name="Date Placeholder 3">
            <a:extLst>
              <a:ext uri="{FF2B5EF4-FFF2-40B4-BE49-F238E27FC236}">
                <a16:creationId xmlns:a16="http://schemas.microsoft.com/office/drawing/2014/main" id="{3C4B6C0A-7A6C-C345-A50B-5585B7EA862B}"/>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FABCEAFD-23FC-F843-B313-4A6527D2976F}" type="datetime1">
              <a:rPr lang="en-CA" smtClean="0"/>
              <a:t>2026-06-08</a:t>
            </a:fld>
            <a:endParaRPr lang="en-CA"/>
          </a:p>
        </p:txBody>
      </p:sp>
      <p:sp>
        <p:nvSpPr>
          <p:cNvPr id="11" name="Footer Placeholder 4">
            <a:extLst>
              <a:ext uri="{FF2B5EF4-FFF2-40B4-BE49-F238E27FC236}">
                <a16:creationId xmlns:a16="http://schemas.microsoft.com/office/drawing/2014/main" id="{CD5326A4-2DB6-444B-B8FE-8804F232E3A9}"/>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3" name="Slide Number Placeholder 5">
            <a:extLst>
              <a:ext uri="{FF2B5EF4-FFF2-40B4-BE49-F238E27FC236}">
                <a16:creationId xmlns:a16="http://schemas.microsoft.com/office/drawing/2014/main" id="{9521C155-DF30-FC41-BF89-CD7F1132AB30}"/>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866949984"/>
      </p:ext>
    </p:extLst>
  </p:cSld>
  <p:clrMapOvr>
    <a:masterClrMapping/>
  </p:clrMapOvr>
  <p:extLst>
    <p:ext uri="{DCECCB84-F9BA-43D5-87BE-67443E8EF086}">
      <p15:sldGuideLst xmlns:p15="http://schemas.microsoft.com/office/powerpoint/2012/main">
        <p15:guide id="1" orient="horz" pos="528"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 Cropped Photo">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52A649EA-C287-0447-9E98-D4DF15C0A446}"/>
              </a:ext>
            </a:extLst>
          </p:cNvPr>
          <p:cNvSpPr>
            <a:spLocks noGrp="1"/>
          </p:cNvSpPr>
          <p:nvPr>
            <p:ph type="ctrTitle" hasCustomPrompt="1"/>
          </p:nvPr>
        </p:nvSpPr>
        <p:spPr>
          <a:xfrm>
            <a:off x="393082" y="1692550"/>
            <a:ext cx="3559793" cy="1991742"/>
          </a:xfrm>
        </p:spPr>
        <p:txBody>
          <a:bodyPr anchor="t">
            <a:normAutofit/>
          </a:bodyPr>
          <a:lstStyle>
            <a:lvl1pPr algn="l">
              <a:defRPr sz="3200"/>
            </a:lvl1pPr>
          </a:lstStyle>
          <a:p>
            <a:r>
              <a:rPr lang="en-CA"/>
              <a:t>Presentation </a:t>
            </a:r>
            <a:br>
              <a:rPr lang="en-CA"/>
            </a:br>
            <a:r>
              <a:rPr lang="en-CA"/>
              <a:t>Title</a:t>
            </a:r>
          </a:p>
        </p:txBody>
      </p:sp>
      <p:sp>
        <p:nvSpPr>
          <p:cNvPr id="8" name="Subtitle 2">
            <a:extLst>
              <a:ext uri="{FF2B5EF4-FFF2-40B4-BE49-F238E27FC236}">
                <a16:creationId xmlns:a16="http://schemas.microsoft.com/office/drawing/2014/main" id="{E6528DC4-B78E-0948-B719-F5F7DB301229}"/>
              </a:ext>
            </a:extLst>
          </p:cNvPr>
          <p:cNvSpPr>
            <a:spLocks noGrp="1"/>
          </p:cNvSpPr>
          <p:nvPr>
            <p:ph type="subTitle" idx="1" hasCustomPrompt="1"/>
          </p:nvPr>
        </p:nvSpPr>
        <p:spPr>
          <a:xfrm>
            <a:off x="381000" y="3803421"/>
            <a:ext cx="3571875" cy="1609966"/>
          </a:xfrm>
          <a:prstGeom prst="callout1">
            <a:avLst>
              <a:gd name="adj1" fmla="val 15"/>
              <a:gd name="adj2" fmla="val 25889"/>
              <a:gd name="adj3" fmla="val 91"/>
              <a:gd name="adj4" fmla="val 2200"/>
            </a:avLst>
          </a:prstGeom>
          <a:ln w="38100">
            <a:solidFill>
              <a:schemeClr val="accent3"/>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7" name="Graphic 6">
            <a:extLst>
              <a:ext uri="{FF2B5EF4-FFF2-40B4-BE49-F238E27FC236}">
                <a16:creationId xmlns:a16="http://schemas.microsoft.com/office/drawing/2014/main" id="{3945316A-20F0-FF41-962C-0F434F6C002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9425" y="5944561"/>
            <a:ext cx="980558" cy="520650"/>
          </a:xfrm>
          <a:prstGeom prst="rect">
            <a:avLst/>
          </a:prstGeom>
        </p:spPr>
      </p:pic>
      <p:sp>
        <p:nvSpPr>
          <p:cNvPr id="9" name="Picture Placeholder 4">
            <a:extLst>
              <a:ext uri="{FF2B5EF4-FFF2-40B4-BE49-F238E27FC236}">
                <a16:creationId xmlns:a16="http://schemas.microsoft.com/office/drawing/2014/main" id="{F5113323-CD94-E641-825C-596014456D02}"/>
              </a:ext>
            </a:extLst>
          </p:cNvPr>
          <p:cNvSpPr>
            <a:spLocks noGrp="1"/>
          </p:cNvSpPr>
          <p:nvPr>
            <p:ph type="pic" sz="quarter" idx="10"/>
          </p:nvPr>
        </p:nvSpPr>
        <p:spPr>
          <a:xfrm>
            <a:off x="4665662" y="368299"/>
            <a:ext cx="7145337" cy="6126163"/>
          </a:xfrm>
        </p:spPr>
        <p:txBody>
          <a:bodyPr/>
          <a:lstStyle>
            <a:lvl1pPr marL="0" indent="0">
              <a:buNone/>
              <a:defRPr/>
            </a:lvl1pPr>
          </a:lstStyle>
          <a:p>
            <a:r>
              <a:rPr lang="en-US"/>
              <a:t>Click icon to add picture</a:t>
            </a:r>
            <a:endParaRPr lang="en-CA"/>
          </a:p>
        </p:txBody>
      </p:sp>
      <p:pic>
        <p:nvPicPr>
          <p:cNvPr id="11" name="Graphic 10">
            <a:extLst>
              <a:ext uri="{FF2B5EF4-FFF2-40B4-BE49-F238E27FC236}">
                <a16:creationId xmlns:a16="http://schemas.microsoft.com/office/drawing/2014/main" id="{7962EEB4-E464-224E-8C5D-92EC37E1E4C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7200" y="356012"/>
            <a:ext cx="1587500" cy="571500"/>
          </a:xfrm>
          <a:prstGeom prst="rect">
            <a:avLst/>
          </a:prstGeom>
        </p:spPr>
      </p:pic>
      <p:sp>
        <p:nvSpPr>
          <p:cNvPr id="10" name="Date Placeholder 3">
            <a:extLst>
              <a:ext uri="{FF2B5EF4-FFF2-40B4-BE49-F238E27FC236}">
                <a16:creationId xmlns:a16="http://schemas.microsoft.com/office/drawing/2014/main" id="{78D6E2B0-15D2-544E-A6E3-0D7BEEC226A4}"/>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D4308F8A-4A23-8141-9042-05DC736F5477}" type="datetime1">
              <a:rPr lang="en-CA" smtClean="0"/>
              <a:t>2026-06-08</a:t>
            </a:fld>
            <a:endParaRPr lang="en-CA"/>
          </a:p>
        </p:txBody>
      </p:sp>
      <p:sp>
        <p:nvSpPr>
          <p:cNvPr id="12" name="Footer Placeholder 4">
            <a:extLst>
              <a:ext uri="{FF2B5EF4-FFF2-40B4-BE49-F238E27FC236}">
                <a16:creationId xmlns:a16="http://schemas.microsoft.com/office/drawing/2014/main" id="{73E48218-2121-3F40-896B-B5C22E1B4E9E}"/>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4" name="Slide Number Placeholder 5">
            <a:extLst>
              <a:ext uri="{FF2B5EF4-FFF2-40B4-BE49-F238E27FC236}">
                <a16:creationId xmlns:a16="http://schemas.microsoft.com/office/drawing/2014/main" id="{55C972A2-DA14-2142-B121-179D6EC85951}"/>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600292306"/>
      </p:ext>
    </p:extLst>
  </p:cSld>
  <p:clrMapOvr>
    <a:masterClrMapping/>
  </p:clrMapOvr>
  <p:extLst>
    <p:ext uri="{DCECCB84-F9BA-43D5-87BE-67443E8EF086}">
      <p15:sldGuideLst xmlns:p15="http://schemas.microsoft.com/office/powerpoint/2012/main">
        <p15:guide id="1" orient="horz" pos="576" userDrawn="1">
          <p15:clr>
            <a:srgbClr val="F26B43"/>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 Caret Cent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77E08-89F9-E440-B732-3AEBA43BD82E}"/>
              </a:ext>
            </a:extLst>
          </p:cNvPr>
          <p:cNvSpPr>
            <a:spLocks noGrp="1"/>
          </p:cNvSpPr>
          <p:nvPr>
            <p:ph type="ctrTitle" hasCustomPrompt="1"/>
          </p:nvPr>
        </p:nvSpPr>
        <p:spPr>
          <a:xfrm>
            <a:off x="381000" y="441325"/>
            <a:ext cx="8570913" cy="1566863"/>
          </a:xfrm>
        </p:spPr>
        <p:txBody>
          <a:bodyPr anchor="t">
            <a:normAutofit/>
          </a:bodyPr>
          <a:lstStyle>
            <a:lvl1pPr algn="l">
              <a:defRPr sz="3200"/>
            </a:lvl1pPr>
          </a:lstStyle>
          <a:p>
            <a:r>
              <a:rPr lang="en-CA"/>
              <a:t>Presentation </a:t>
            </a:r>
            <a:br>
              <a:rPr lang="en-CA"/>
            </a:br>
            <a:r>
              <a:rPr lang="en-CA"/>
              <a:t>Title</a:t>
            </a:r>
          </a:p>
        </p:txBody>
      </p:sp>
      <p:sp>
        <p:nvSpPr>
          <p:cNvPr id="3" name="Subtitle 2">
            <a:extLst>
              <a:ext uri="{FF2B5EF4-FFF2-40B4-BE49-F238E27FC236}">
                <a16:creationId xmlns:a16="http://schemas.microsoft.com/office/drawing/2014/main" id="{8E88B004-1DA3-934C-8CB5-1FF691477431}"/>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1"/>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sp>
        <p:nvSpPr>
          <p:cNvPr id="4" name="Date Placeholder 3">
            <a:extLst>
              <a:ext uri="{FF2B5EF4-FFF2-40B4-BE49-F238E27FC236}">
                <a16:creationId xmlns:a16="http://schemas.microsoft.com/office/drawing/2014/main" id="{11F3C465-4A72-3842-A3F3-7E6EED668AD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0615CD9-9C91-9145-8CC5-580808F1229D}" type="datetime1">
              <a:rPr lang="en-CA" smtClean="0"/>
              <a:t>2026-06-08</a:t>
            </a:fld>
            <a:endParaRPr lang="en-CA"/>
          </a:p>
        </p:txBody>
      </p:sp>
      <p:sp>
        <p:nvSpPr>
          <p:cNvPr id="5" name="Footer Placeholder 4">
            <a:extLst>
              <a:ext uri="{FF2B5EF4-FFF2-40B4-BE49-F238E27FC236}">
                <a16:creationId xmlns:a16="http://schemas.microsoft.com/office/drawing/2014/main" id="{31F36BAC-CA62-6E4E-A36D-A9F19A02520C}"/>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6" name="Slide Number Placeholder 5">
            <a:extLst>
              <a:ext uri="{FF2B5EF4-FFF2-40B4-BE49-F238E27FC236}">
                <a16:creationId xmlns:a16="http://schemas.microsoft.com/office/drawing/2014/main" id="{87EAD7D6-A9D9-0A4E-973D-C119C5A93924}"/>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7" name="Picture 6">
            <a:extLst>
              <a:ext uri="{FF2B5EF4-FFF2-40B4-BE49-F238E27FC236}">
                <a16:creationId xmlns:a16="http://schemas.microsoft.com/office/drawing/2014/main" id="{523C4290-005E-1044-8877-09850C8B2E8B}"/>
              </a:ext>
            </a:extLst>
          </p:cNvPr>
          <p:cNvPicPr>
            <a:picLocks noChangeAspect="1"/>
          </p:cNvPicPr>
          <p:nvPr userDrawn="1"/>
        </p:nvPicPr>
        <p:blipFill>
          <a:blip r:embed="rId2"/>
          <a:stretch>
            <a:fillRect/>
          </a:stretch>
        </p:blipFill>
        <p:spPr>
          <a:xfrm>
            <a:off x="3594410" y="2750152"/>
            <a:ext cx="5003180" cy="2557956"/>
          </a:xfrm>
          <a:prstGeom prst="rect">
            <a:avLst/>
          </a:prstGeom>
        </p:spPr>
      </p:pic>
      <p:pic>
        <p:nvPicPr>
          <p:cNvPr id="10" name="Graphic 9">
            <a:extLst>
              <a:ext uri="{FF2B5EF4-FFF2-40B4-BE49-F238E27FC236}">
                <a16:creationId xmlns:a16="http://schemas.microsoft.com/office/drawing/2014/main" id="{D54FBC3A-439A-A143-88B8-10FF2922A5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Tree>
    <p:extLst>
      <p:ext uri="{BB962C8B-B14F-4D97-AF65-F5344CB8AC3E}">
        <p14:creationId xmlns:p14="http://schemas.microsoft.com/office/powerpoint/2010/main" val="40314641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 Caret Outline">
    <p:spTree>
      <p:nvGrpSpPr>
        <p:cNvPr id="1" name=""/>
        <p:cNvGrpSpPr/>
        <p:nvPr/>
      </p:nvGrpSpPr>
      <p:grpSpPr>
        <a:xfrm>
          <a:off x="0" y="0"/>
          <a:ext cx="0" cy="0"/>
          <a:chOff x="0" y="0"/>
          <a:chExt cx="0" cy="0"/>
        </a:xfrm>
      </p:grpSpPr>
      <p:sp>
        <p:nvSpPr>
          <p:cNvPr id="26" name="Title 1">
            <a:extLst>
              <a:ext uri="{FF2B5EF4-FFF2-40B4-BE49-F238E27FC236}">
                <a16:creationId xmlns:a16="http://schemas.microsoft.com/office/drawing/2014/main" id="{C26D92E2-ACCC-4D44-9CD7-A2DD39F68AC0}"/>
              </a:ext>
            </a:extLst>
          </p:cNvPr>
          <p:cNvSpPr>
            <a:spLocks noGrp="1"/>
          </p:cNvSpPr>
          <p:nvPr>
            <p:ph type="ctrTitle" hasCustomPrompt="1"/>
          </p:nvPr>
        </p:nvSpPr>
        <p:spPr>
          <a:xfrm>
            <a:off x="380999" y="441325"/>
            <a:ext cx="7858125" cy="1566863"/>
          </a:xfrm>
        </p:spPr>
        <p:txBody>
          <a:bodyPr anchor="t">
            <a:normAutofit/>
          </a:bodyPr>
          <a:lstStyle>
            <a:lvl1pPr algn="l">
              <a:defRPr sz="3200"/>
            </a:lvl1pPr>
          </a:lstStyle>
          <a:p>
            <a:r>
              <a:rPr lang="en-CA"/>
              <a:t>Presentation </a:t>
            </a:r>
            <a:br>
              <a:rPr lang="en-CA"/>
            </a:br>
            <a:r>
              <a:rPr lang="en-CA"/>
              <a:t>Title</a:t>
            </a:r>
          </a:p>
        </p:txBody>
      </p:sp>
      <p:sp>
        <p:nvSpPr>
          <p:cNvPr id="9" name="Subtitle 2">
            <a:extLst>
              <a:ext uri="{FF2B5EF4-FFF2-40B4-BE49-F238E27FC236}">
                <a16:creationId xmlns:a16="http://schemas.microsoft.com/office/drawing/2014/main" id="{5DE7BCD7-B4AD-5E46-AC39-220479761A2F}"/>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4"/>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18" name="Picture 17">
            <a:extLst>
              <a:ext uri="{FF2B5EF4-FFF2-40B4-BE49-F238E27FC236}">
                <a16:creationId xmlns:a16="http://schemas.microsoft.com/office/drawing/2014/main" id="{4B095F56-D6EF-1B47-9C08-6E023A49ABB1}"/>
              </a:ext>
            </a:extLst>
          </p:cNvPr>
          <p:cNvPicPr>
            <a:picLocks noChangeAspect="1"/>
          </p:cNvPicPr>
          <p:nvPr userDrawn="1"/>
        </p:nvPicPr>
        <p:blipFill rotWithShape="1">
          <a:blip r:embed="rId2">
            <a:alphaModFix/>
          </a:blip>
          <a:srcRect l="1820" t="-3413" r="29666" b="7896"/>
          <a:stretch/>
        </p:blipFill>
        <p:spPr>
          <a:xfrm>
            <a:off x="3948051" y="1111346"/>
            <a:ext cx="8243949" cy="5746654"/>
          </a:xfrm>
          <a:prstGeom prst="rect">
            <a:avLst/>
          </a:prstGeom>
        </p:spPr>
      </p:pic>
      <p:pic>
        <p:nvPicPr>
          <p:cNvPr id="8" name="Graphic 7">
            <a:extLst>
              <a:ext uri="{FF2B5EF4-FFF2-40B4-BE49-F238E27FC236}">
                <a16:creationId xmlns:a16="http://schemas.microsoft.com/office/drawing/2014/main" id="{8E0F1A32-E0EA-A748-A816-3BDA7D0E595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6" name="Date Placeholder 3">
            <a:extLst>
              <a:ext uri="{FF2B5EF4-FFF2-40B4-BE49-F238E27FC236}">
                <a16:creationId xmlns:a16="http://schemas.microsoft.com/office/drawing/2014/main" id="{9A346C72-5BED-5F45-BE08-5991EEC3EFC0}"/>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83A30B42-391E-AE46-B312-B98B91215D1D}" type="datetime1">
              <a:rPr lang="en-CA" smtClean="0"/>
              <a:t>2026-06-08</a:t>
            </a:fld>
            <a:endParaRPr lang="en-CA"/>
          </a:p>
        </p:txBody>
      </p:sp>
      <p:sp>
        <p:nvSpPr>
          <p:cNvPr id="7" name="Footer Placeholder 4">
            <a:extLst>
              <a:ext uri="{FF2B5EF4-FFF2-40B4-BE49-F238E27FC236}">
                <a16:creationId xmlns:a16="http://schemas.microsoft.com/office/drawing/2014/main" id="{BCCC25B4-1D37-0647-B375-93F5F1C322E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75689793-27E5-124B-978D-6BF703C28E95}"/>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4060992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 Caret Soli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155A324-1402-8A4E-85AA-CEBBB404C77C}"/>
              </a:ext>
            </a:extLst>
          </p:cNvPr>
          <p:cNvSpPr>
            <a:spLocks noGrp="1"/>
          </p:cNvSpPr>
          <p:nvPr>
            <p:ph type="ctrTitle" hasCustomPrompt="1"/>
          </p:nvPr>
        </p:nvSpPr>
        <p:spPr>
          <a:xfrm>
            <a:off x="380999" y="441325"/>
            <a:ext cx="7858125" cy="1566863"/>
          </a:xfrm>
        </p:spPr>
        <p:txBody>
          <a:bodyPr anchor="t">
            <a:normAutofit/>
          </a:bodyPr>
          <a:lstStyle>
            <a:lvl1pPr algn="l">
              <a:defRPr sz="3200"/>
            </a:lvl1pPr>
          </a:lstStyle>
          <a:p>
            <a:r>
              <a:rPr lang="en-CA"/>
              <a:t>Presentation </a:t>
            </a:r>
            <a:br>
              <a:rPr lang="en-CA"/>
            </a:br>
            <a:r>
              <a:rPr lang="en-CA"/>
              <a:t>Title</a:t>
            </a:r>
          </a:p>
        </p:txBody>
      </p:sp>
      <p:sp>
        <p:nvSpPr>
          <p:cNvPr id="9" name="Subtitle 2">
            <a:extLst>
              <a:ext uri="{FF2B5EF4-FFF2-40B4-BE49-F238E27FC236}">
                <a16:creationId xmlns:a16="http://schemas.microsoft.com/office/drawing/2014/main" id="{08D77FEA-0643-9E4C-9D6C-A3FA4F9DF420}"/>
              </a:ext>
            </a:extLst>
          </p:cNvPr>
          <p:cNvSpPr>
            <a:spLocks noGrp="1"/>
          </p:cNvSpPr>
          <p:nvPr>
            <p:ph type="subTitle" idx="1" hasCustomPrompt="1"/>
          </p:nvPr>
        </p:nvSpPr>
        <p:spPr>
          <a:xfrm>
            <a:off x="381000" y="2170153"/>
            <a:ext cx="3571875" cy="1609966"/>
          </a:xfrm>
          <a:prstGeom prst="callout1">
            <a:avLst>
              <a:gd name="adj1" fmla="val 15"/>
              <a:gd name="adj2" fmla="val 25889"/>
              <a:gd name="adj3" fmla="val 91"/>
              <a:gd name="adj4" fmla="val 2200"/>
            </a:avLst>
          </a:prstGeom>
          <a:ln w="38100">
            <a:solidFill>
              <a:schemeClr val="accent5"/>
            </a:solidFill>
          </a:ln>
        </p:spPr>
        <p:txBody>
          <a:bodyPr tIns="182880">
            <a:noAutofit/>
          </a:bodyPr>
          <a:lstStyle>
            <a:lvl1pPr marL="0" indent="0" algn="l">
              <a:buNone/>
              <a:defRPr sz="1400"/>
            </a:lvl1pPr>
            <a:lvl2pPr marL="457200" indent="0" algn="l">
              <a:buNone/>
              <a:defRPr sz="1400"/>
            </a:lvl2pPr>
            <a:lvl3pPr marL="914400" indent="0" algn="l">
              <a:buNone/>
              <a:defRPr sz="1400"/>
            </a:lvl3pPr>
            <a:lvl4pPr marL="1371600" indent="0" algn="l">
              <a:buNone/>
              <a:defRPr sz="1400"/>
            </a:lvl4pPr>
            <a:lvl5pPr marL="1828800" indent="0" algn="l">
              <a:buNone/>
              <a:defRPr sz="1400"/>
            </a:lvl5pPr>
            <a:lvl6pPr marL="2286000" indent="0" algn="l">
              <a:buNone/>
              <a:defRPr sz="1400"/>
            </a:lvl6pPr>
            <a:lvl7pPr marL="2743200" indent="0" algn="l">
              <a:buNone/>
              <a:defRPr sz="1400"/>
            </a:lvl7pPr>
            <a:lvl8pPr marL="3200400" indent="0" algn="l">
              <a:buNone/>
              <a:defRPr sz="1400"/>
            </a:lvl8pPr>
            <a:lvl9pPr marL="3657600" indent="0" algn="l">
              <a:buNone/>
              <a:defRPr sz="1400"/>
            </a:lvl9pPr>
          </a:lstStyle>
          <a:p>
            <a:r>
              <a:rPr lang="en-CA"/>
              <a:t>Presenter name, title, and date</a:t>
            </a:r>
          </a:p>
        </p:txBody>
      </p:sp>
      <p:pic>
        <p:nvPicPr>
          <p:cNvPr id="11" name="Picture 10">
            <a:extLst>
              <a:ext uri="{FF2B5EF4-FFF2-40B4-BE49-F238E27FC236}">
                <a16:creationId xmlns:a16="http://schemas.microsoft.com/office/drawing/2014/main" id="{6BE2BBD1-2F9D-464F-B471-14BCC68C8AB0}"/>
              </a:ext>
            </a:extLst>
          </p:cNvPr>
          <p:cNvPicPr>
            <a:picLocks noChangeAspect="1"/>
          </p:cNvPicPr>
          <p:nvPr userDrawn="1"/>
        </p:nvPicPr>
        <p:blipFill rotWithShape="1">
          <a:blip r:embed="rId2">
            <a:alphaModFix amt="39000"/>
          </a:blip>
          <a:srcRect l="-3644" t="-25966" r="27535" b="151"/>
          <a:stretch/>
        </p:blipFill>
        <p:spPr>
          <a:xfrm>
            <a:off x="3894820" y="0"/>
            <a:ext cx="8297180" cy="6858000"/>
          </a:xfrm>
          <a:prstGeom prst="rect">
            <a:avLst/>
          </a:prstGeom>
        </p:spPr>
      </p:pic>
      <p:pic>
        <p:nvPicPr>
          <p:cNvPr id="8" name="Graphic 7">
            <a:extLst>
              <a:ext uri="{FF2B5EF4-FFF2-40B4-BE49-F238E27FC236}">
                <a16:creationId xmlns:a16="http://schemas.microsoft.com/office/drawing/2014/main" id="{0F77BAB2-64E8-FE49-8BD8-77A56DDDE36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A04F6139-12B2-6E41-936E-3636E8A7552C}"/>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EDCE013-AE49-7F47-8FF5-C5C600EB3539}" type="datetime1">
              <a:rPr lang="en-CA" smtClean="0"/>
              <a:t>2026-06-08</a:t>
            </a:fld>
            <a:endParaRPr lang="en-CA"/>
          </a:p>
        </p:txBody>
      </p:sp>
      <p:sp>
        <p:nvSpPr>
          <p:cNvPr id="10" name="Footer Placeholder 4">
            <a:extLst>
              <a:ext uri="{FF2B5EF4-FFF2-40B4-BE49-F238E27FC236}">
                <a16:creationId xmlns:a16="http://schemas.microsoft.com/office/drawing/2014/main" id="{68578076-3F0D-DA47-AC20-73342D3B76EA}"/>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2" name="Slide Number Placeholder 5">
            <a:extLst>
              <a:ext uri="{FF2B5EF4-FFF2-40B4-BE49-F238E27FC236}">
                <a16:creationId xmlns:a16="http://schemas.microsoft.com/office/drawing/2014/main" id="{3179519D-DB2C-4940-ACD7-FE931A52DE8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441086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96FD7-967E-424A-9BD5-E0E9DF564813}"/>
              </a:ext>
            </a:extLst>
          </p:cNvPr>
          <p:cNvSpPr>
            <a:spLocks noGrp="1"/>
          </p:cNvSpPr>
          <p:nvPr>
            <p:ph type="title" hasCustomPrompt="1"/>
          </p:nvPr>
        </p:nvSpPr>
        <p:spPr>
          <a:xfrm>
            <a:off x="2530475" y="1616977"/>
            <a:ext cx="7131050" cy="1676120"/>
          </a:xfrm>
        </p:spPr>
        <p:txBody>
          <a:bodyPr anchor="b">
            <a:normAutofit/>
          </a:bodyPr>
          <a:lstStyle>
            <a:lvl1pPr algn="ctr">
              <a:defRPr sz="3200"/>
            </a:lvl1pPr>
          </a:lstStyle>
          <a:p>
            <a:r>
              <a:rPr lang="en-CA"/>
              <a:t>Section Heading</a:t>
            </a:r>
          </a:p>
        </p:txBody>
      </p:sp>
      <p:sp>
        <p:nvSpPr>
          <p:cNvPr id="3" name="Text Placeholder 2">
            <a:extLst>
              <a:ext uri="{FF2B5EF4-FFF2-40B4-BE49-F238E27FC236}">
                <a16:creationId xmlns:a16="http://schemas.microsoft.com/office/drawing/2014/main" id="{0AAA6A2D-5FF2-0248-AC7C-1F35A14C05A1}"/>
              </a:ext>
            </a:extLst>
          </p:cNvPr>
          <p:cNvSpPr>
            <a:spLocks noGrp="1"/>
          </p:cNvSpPr>
          <p:nvPr>
            <p:ph type="body" idx="1" hasCustomPrompt="1"/>
          </p:nvPr>
        </p:nvSpPr>
        <p:spPr>
          <a:xfrm>
            <a:off x="3244850" y="3960665"/>
            <a:ext cx="5702300" cy="1500187"/>
          </a:xfrm>
        </p:spPr>
        <p:txBody>
          <a:bodyPr>
            <a:noAutofit/>
          </a:bodyPr>
          <a:lstStyle>
            <a:lvl1pPr marL="0" indent="0" algn="ctr">
              <a:buNone/>
              <a:defRPr sz="1400">
                <a:solidFill>
                  <a:schemeClr val="tx1"/>
                </a:solidFill>
              </a:defRPr>
            </a:lvl1pPr>
            <a:lvl2pPr marL="457200" indent="0" algn="ctr">
              <a:buNone/>
              <a:defRPr sz="1400">
                <a:solidFill>
                  <a:schemeClr val="tx1"/>
                </a:solidFill>
              </a:defRPr>
            </a:lvl2pPr>
            <a:lvl3pPr marL="914400" indent="0" algn="ctr">
              <a:buNone/>
              <a:defRPr sz="1400">
                <a:solidFill>
                  <a:schemeClr val="tx1"/>
                </a:solidFill>
              </a:defRPr>
            </a:lvl3pPr>
            <a:lvl4pPr marL="1371600" indent="0" algn="ctr">
              <a:buNone/>
              <a:defRPr sz="1400">
                <a:solidFill>
                  <a:schemeClr val="tx1"/>
                </a:solidFill>
              </a:defRPr>
            </a:lvl4pPr>
            <a:lvl5pPr marL="1828800" indent="0" algn="ctr">
              <a:buNone/>
              <a:defRPr sz="1400">
                <a:solidFill>
                  <a:schemeClr val="tx1"/>
                </a:solidFill>
              </a:defRPr>
            </a:lvl5pPr>
            <a:lvl6pPr marL="2286000" indent="0" algn="ctr">
              <a:buNone/>
              <a:defRPr sz="1400">
                <a:solidFill>
                  <a:schemeClr val="tx1"/>
                </a:solidFill>
              </a:defRPr>
            </a:lvl6pPr>
            <a:lvl7pPr marL="2743200" indent="0" algn="ctr">
              <a:buNone/>
              <a:defRPr sz="1400">
                <a:solidFill>
                  <a:schemeClr val="tx1"/>
                </a:solidFill>
              </a:defRPr>
            </a:lvl7pPr>
            <a:lvl8pPr marL="3200400" indent="0" algn="ctr">
              <a:buNone/>
              <a:defRPr sz="1400">
                <a:solidFill>
                  <a:schemeClr val="tx1"/>
                </a:solidFill>
              </a:defRPr>
            </a:lvl8pPr>
            <a:lvl9pPr marL="3657600" indent="0" algn="ctr">
              <a:buNone/>
              <a:defRPr sz="1400">
                <a:solidFill>
                  <a:schemeClr val="tx1"/>
                </a:solidFill>
              </a:defRPr>
            </a:lvl9pPr>
          </a:lstStyle>
          <a:p>
            <a:pPr lvl="0"/>
            <a:r>
              <a:rPr lang="en-CA"/>
              <a:t>Section Subtitle</a:t>
            </a:r>
          </a:p>
        </p:txBody>
      </p:sp>
      <p:sp>
        <p:nvSpPr>
          <p:cNvPr id="7" name="Date Placeholder 3">
            <a:extLst>
              <a:ext uri="{FF2B5EF4-FFF2-40B4-BE49-F238E27FC236}">
                <a16:creationId xmlns:a16="http://schemas.microsoft.com/office/drawing/2014/main" id="{53A96722-3409-394C-9FAD-A58B5E4B3FDE}"/>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45A2F542-CE52-CF42-A17F-45F79CA145F7}" type="datetime1">
              <a:rPr lang="en-CA" smtClean="0"/>
              <a:t>2026-06-08</a:t>
            </a:fld>
            <a:endParaRPr lang="en-CA"/>
          </a:p>
        </p:txBody>
      </p:sp>
      <p:sp>
        <p:nvSpPr>
          <p:cNvPr id="8" name="Footer Placeholder 4">
            <a:extLst>
              <a:ext uri="{FF2B5EF4-FFF2-40B4-BE49-F238E27FC236}">
                <a16:creationId xmlns:a16="http://schemas.microsoft.com/office/drawing/2014/main" id="{31F5D2BE-C001-F84E-B7B9-6CC8207F3E32}"/>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9DEDDCF2-E110-B84E-82C6-78895908542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pic>
        <p:nvPicPr>
          <p:cNvPr id="10" name="Graphic 9">
            <a:extLst>
              <a:ext uri="{FF2B5EF4-FFF2-40B4-BE49-F238E27FC236}">
                <a16:creationId xmlns:a16="http://schemas.microsoft.com/office/drawing/2014/main" id="{6EED74A8-BFF9-A745-AE9F-37EB8CFD66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pic>
        <p:nvPicPr>
          <p:cNvPr id="11" name="Picture 10">
            <a:extLst>
              <a:ext uri="{FF2B5EF4-FFF2-40B4-BE49-F238E27FC236}">
                <a16:creationId xmlns:a16="http://schemas.microsoft.com/office/drawing/2014/main" id="{6D5B1E89-6CA9-8E4D-8BA6-86B127926C07}"/>
              </a:ext>
            </a:extLst>
          </p:cNvPr>
          <p:cNvPicPr>
            <a:picLocks noChangeAspect="1"/>
          </p:cNvPicPr>
          <p:nvPr userDrawn="1"/>
        </p:nvPicPr>
        <p:blipFill>
          <a:blip r:embed="rId3"/>
          <a:stretch>
            <a:fillRect/>
          </a:stretch>
        </p:blipFill>
        <p:spPr>
          <a:xfrm>
            <a:off x="5647354" y="409262"/>
            <a:ext cx="897292" cy="458755"/>
          </a:xfrm>
          <a:prstGeom prst="rect">
            <a:avLst/>
          </a:prstGeom>
        </p:spPr>
      </p:pic>
      <p:cxnSp>
        <p:nvCxnSpPr>
          <p:cNvPr id="12" name="Straight Connector 11">
            <a:extLst>
              <a:ext uri="{FF2B5EF4-FFF2-40B4-BE49-F238E27FC236}">
                <a16:creationId xmlns:a16="http://schemas.microsoft.com/office/drawing/2014/main" id="{FADE7F97-86D7-CF4A-A293-C547A43A4D8D}"/>
              </a:ext>
            </a:extLst>
          </p:cNvPr>
          <p:cNvCxnSpPr/>
          <p:nvPr userDrawn="1"/>
        </p:nvCxnSpPr>
        <p:spPr>
          <a:xfrm>
            <a:off x="5684820" y="3643943"/>
            <a:ext cx="822361"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80440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Header - Descriptive">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57AAABE-04E8-A545-A314-42924AE6D5BD}"/>
              </a:ext>
            </a:extLst>
          </p:cNvPr>
          <p:cNvSpPr>
            <a:spLocks noGrp="1"/>
          </p:cNvSpPr>
          <p:nvPr>
            <p:ph type="ctrTitle" hasCustomPrompt="1"/>
          </p:nvPr>
        </p:nvSpPr>
        <p:spPr>
          <a:xfrm>
            <a:off x="695325" y="1792371"/>
            <a:ext cx="5329237" cy="2765968"/>
          </a:xfrm>
          <a:prstGeom prst="callout1">
            <a:avLst>
              <a:gd name="adj1" fmla="val -190"/>
              <a:gd name="adj2" fmla="val 15671"/>
              <a:gd name="adj3" fmla="val -153"/>
              <a:gd name="adj4" fmla="val 1942"/>
            </a:avLst>
          </a:prstGeom>
          <a:ln w="38100">
            <a:solidFill>
              <a:schemeClr val="accent1"/>
            </a:solidFill>
          </a:ln>
        </p:spPr>
        <p:txBody>
          <a:bodyPr tIns="246888" anchor="t">
            <a:normAutofit/>
          </a:bodyPr>
          <a:lstStyle>
            <a:lvl1pPr algn="l">
              <a:defRPr sz="3200" b="1"/>
            </a:lvl1pPr>
          </a:lstStyle>
          <a:p>
            <a:r>
              <a:rPr lang="en-CA"/>
              <a:t>Section Heading</a:t>
            </a:r>
          </a:p>
        </p:txBody>
      </p:sp>
      <p:sp>
        <p:nvSpPr>
          <p:cNvPr id="11" name="Subtitle 2">
            <a:extLst>
              <a:ext uri="{FF2B5EF4-FFF2-40B4-BE49-F238E27FC236}">
                <a16:creationId xmlns:a16="http://schemas.microsoft.com/office/drawing/2014/main" id="{3AAE98B3-4A8A-2140-8C47-61584E74A5DD}"/>
              </a:ext>
            </a:extLst>
          </p:cNvPr>
          <p:cNvSpPr>
            <a:spLocks noGrp="1"/>
          </p:cNvSpPr>
          <p:nvPr>
            <p:ph type="subTitle" idx="10" hasCustomPrompt="1"/>
          </p:nvPr>
        </p:nvSpPr>
        <p:spPr>
          <a:xfrm>
            <a:off x="6810375" y="1990491"/>
            <a:ext cx="4289426" cy="2852737"/>
          </a:xfrm>
          <a:prstGeom prst="callout1">
            <a:avLst>
              <a:gd name="adj1" fmla="val -37"/>
              <a:gd name="adj2" fmla="val 46"/>
              <a:gd name="adj3" fmla="val 100045"/>
              <a:gd name="adj4" fmla="val 65"/>
            </a:avLst>
          </a:prstGeom>
          <a:ln w="6350">
            <a:solidFill>
              <a:schemeClr val="tx1"/>
            </a:solidFill>
          </a:ln>
        </p:spPr>
        <p:txBody>
          <a:bodyPr lIns="274320">
            <a:normAutofit/>
          </a:bodyPr>
          <a:lstStyle>
            <a:lvl1pPr marL="0" indent="0" algn="l">
              <a:lnSpc>
                <a:spcPct val="110000"/>
              </a:lnSpc>
              <a:spcBef>
                <a:spcPts val="1000"/>
              </a:spcBef>
              <a:buNone/>
              <a:defRPr sz="1400" b="0" i="0">
                <a:latin typeface="+mn-lt"/>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CA"/>
              <a:t>Click to add text</a:t>
            </a:r>
          </a:p>
        </p:txBody>
      </p:sp>
      <p:pic>
        <p:nvPicPr>
          <p:cNvPr id="7" name="Graphic 6">
            <a:extLst>
              <a:ext uri="{FF2B5EF4-FFF2-40B4-BE49-F238E27FC236}">
                <a16:creationId xmlns:a16="http://schemas.microsoft.com/office/drawing/2014/main" id="{215ED64A-53E2-1A44-AD55-00B1E521C8F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sp>
        <p:nvSpPr>
          <p:cNvPr id="5" name="Date Placeholder 3">
            <a:extLst>
              <a:ext uri="{FF2B5EF4-FFF2-40B4-BE49-F238E27FC236}">
                <a16:creationId xmlns:a16="http://schemas.microsoft.com/office/drawing/2014/main" id="{D13D71FE-1CC0-1F46-A185-396A63CD6A68}"/>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250A0B0A-6ACC-8241-B012-577D9651F84C}" type="datetime1">
              <a:rPr lang="en-CA" smtClean="0"/>
              <a:t>2026-06-08</a:t>
            </a:fld>
            <a:endParaRPr lang="en-CA"/>
          </a:p>
        </p:txBody>
      </p:sp>
      <p:sp>
        <p:nvSpPr>
          <p:cNvPr id="6" name="Footer Placeholder 4">
            <a:extLst>
              <a:ext uri="{FF2B5EF4-FFF2-40B4-BE49-F238E27FC236}">
                <a16:creationId xmlns:a16="http://schemas.microsoft.com/office/drawing/2014/main" id="{9191076F-419C-D641-B89F-F1B596E8B7A4}"/>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DF8BF9F5-392D-8D44-B833-3381706685A3}"/>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562290293"/>
      </p:ext>
    </p:extLst>
  </p:cSld>
  <p:clrMapOvr>
    <a:masterClrMapping/>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 Simple Caret">
    <p:bg>
      <p:bgPr>
        <a:solidFill>
          <a:schemeClr val="bg2">
            <a:alpha val="75000"/>
          </a:schemeClr>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870D274-1ED4-804B-8715-1F4C88D9024B}"/>
              </a:ext>
            </a:extLst>
          </p:cNvPr>
          <p:cNvPicPr>
            <a:picLocks noChangeAspect="1"/>
          </p:cNvPicPr>
          <p:nvPr userDrawn="1"/>
        </p:nvPicPr>
        <p:blipFill rotWithShape="1">
          <a:blip r:embed="rId2">
            <a:alphaModFix amt="40000"/>
          </a:blip>
          <a:srcRect l="1820" t="-3413" r="29666" b="7896"/>
          <a:stretch/>
        </p:blipFill>
        <p:spPr>
          <a:xfrm>
            <a:off x="3948051" y="1111346"/>
            <a:ext cx="8243949" cy="5746654"/>
          </a:xfrm>
          <a:prstGeom prst="rect">
            <a:avLst/>
          </a:prstGeom>
        </p:spPr>
      </p:pic>
      <p:pic>
        <p:nvPicPr>
          <p:cNvPr id="6" name="Graphic 5">
            <a:extLst>
              <a:ext uri="{FF2B5EF4-FFF2-40B4-BE49-F238E27FC236}">
                <a16:creationId xmlns:a16="http://schemas.microsoft.com/office/drawing/2014/main" id="{ECFE630D-8407-8C4F-AA4A-A95E7C16305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5" name="Date Placeholder 3">
            <a:extLst>
              <a:ext uri="{FF2B5EF4-FFF2-40B4-BE49-F238E27FC236}">
                <a16:creationId xmlns:a16="http://schemas.microsoft.com/office/drawing/2014/main" id="{C8883679-6646-F742-A463-4E6C0747566A}"/>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1C8C8-841D-A345-A85E-41565600D661}" type="datetime1">
              <a:rPr lang="en-CA" smtClean="0"/>
              <a:t>2026-06-08</a:t>
            </a:fld>
            <a:endParaRPr lang="en-CA"/>
          </a:p>
        </p:txBody>
      </p:sp>
      <p:sp>
        <p:nvSpPr>
          <p:cNvPr id="7" name="Footer Placeholder 4">
            <a:extLst>
              <a:ext uri="{FF2B5EF4-FFF2-40B4-BE49-F238E27FC236}">
                <a16:creationId xmlns:a16="http://schemas.microsoft.com/office/drawing/2014/main" id="{F41E0A73-D492-2C44-BB8F-8495C2A5159A}"/>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46FB65DB-948B-FB4B-ABEF-1D1476F806A8}"/>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
        <p:nvSpPr>
          <p:cNvPr id="13" name="Title 1">
            <a:extLst>
              <a:ext uri="{FF2B5EF4-FFF2-40B4-BE49-F238E27FC236}">
                <a16:creationId xmlns:a16="http://schemas.microsoft.com/office/drawing/2014/main" id="{BB8A6943-10C1-3749-932A-FF4C23522D69}"/>
              </a:ext>
            </a:extLst>
          </p:cNvPr>
          <p:cNvSpPr>
            <a:spLocks noGrp="1"/>
          </p:cNvSpPr>
          <p:nvPr>
            <p:ph type="ctrTitle" hasCustomPrompt="1"/>
          </p:nvPr>
        </p:nvSpPr>
        <p:spPr>
          <a:xfrm>
            <a:off x="695325" y="1792371"/>
            <a:ext cx="5329237" cy="2765968"/>
          </a:xfrm>
          <a:prstGeom prst="callout1">
            <a:avLst>
              <a:gd name="adj1" fmla="val -190"/>
              <a:gd name="adj2" fmla="val 15671"/>
              <a:gd name="adj3" fmla="val -153"/>
              <a:gd name="adj4" fmla="val 1942"/>
            </a:avLst>
          </a:prstGeom>
          <a:ln w="38100">
            <a:solidFill>
              <a:schemeClr val="accent4"/>
            </a:solidFill>
          </a:ln>
        </p:spPr>
        <p:txBody>
          <a:bodyPr tIns="246888" anchor="t">
            <a:normAutofit/>
          </a:bodyPr>
          <a:lstStyle>
            <a:lvl1pPr algn="l">
              <a:defRPr sz="3200" b="1"/>
            </a:lvl1pPr>
          </a:lstStyle>
          <a:p>
            <a:r>
              <a:rPr lang="en-CA"/>
              <a:t>Section Heading</a:t>
            </a:r>
          </a:p>
        </p:txBody>
      </p:sp>
    </p:spTree>
    <p:extLst>
      <p:ext uri="{BB962C8B-B14F-4D97-AF65-F5344CB8AC3E}">
        <p14:creationId xmlns:p14="http://schemas.microsoft.com/office/powerpoint/2010/main" val="72155356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Header - Number Caret">
    <p:bg>
      <p:bgPr>
        <a:solidFill>
          <a:schemeClr val="bg2">
            <a:alpha val="75000"/>
          </a:schemeClr>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8B4B5EC0-7D56-4B49-AA3A-387C76448E09}"/>
              </a:ext>
            </a:extLst>
          </p:cNvPr>
          <p:cNvPicPr>
            <a:picLocks noChangeAspect="1"/>
          </p:cNvPicPr>
          <p:nvPr userDrawn="1"/>
        </p:nvPicPr>
        <p:blipFill rotWithShape="1">
          <a:blip r:embed="rId2">
            <a:alphaModFix/>
          </a:blip>
          <a:srcRect l="-3644" t="-25966" r="27535" b="151"/>
          <a:stretch/>
        </p:blipFill>
        <p:spPr>
          <a:xfrm>
            <a:off x="3894820" y="0"/>
            <a:ext cx="8297180" cy="6858000"/>
          </a:xfrm>
          <a:prstGeom prst="rect">
            <a:avLst/>
          </a:prstGeom>
        </p:spPr>
      </p:pic>
      <p:sp>
        <p:nvSpPr>
          <p:cNvPr id="17" name="Text Placeholder 2">
            <a:extLst>
              <a:ext uri="{FF2B5EF4-FFF2-40B4-BE49-F238E27FC236}">
                <a16:creationId xmlns:a16="http://schemas.microsoft.com/office/drawing/2014/main" id="{F3E33AE5-10E5-2243-9512-DC5475B63950}"/>
              </a:ext>
            </a:extLst>
          </p:cNvPr>
          <p:cNvSpPr>
            <a:spLocks noGrp="1"/>
          </p:cNvSpPr>
          <p:nvPr>
            <p:ph type="body" idx="1" hasCustomPrompt="1"/>
          </p:nvPr>
        </p:nvSpPr>
        <p:spPr>
          <a:xfrm>
            <a:off x="0" y="2061102"/>
            <a:ext cx="1560385" cy="1267506"/>
          </a:xfrm>
        </p:spPr>
        <p:txBody>
          <a:bodyPr anchor="ctr">
            <a:noAutofit/>
          </a:bodyPr>
          <a:lstStyle>
            <a:lvl1pPr marL="0" indent="0" algn="r">
              <a:lnSpc>
                <a:spcPct val="100000"/>
              </a:lnSpc>
              <a:buNone/>
              <a:defRPr sz="7900" b="1" i="0" kern="1200" spc="-300" baseline="0">
                <a:solidFill>
                  <a:schemeClr val="accent5"/>
                </a:solidFill>
                <a:latin typeface="Arial" panose="020B0604020202020204" pitchFamily="34" charset="0"/>
                <a:cs typeface="Arial"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CA"/>
              <a:t>#</a:t>
            </a:r>
          </a:p>
        </p:txBody>
      </p:sp>
      <p:cxnSp>
        <p:nvCxnSpPr>
          <p:cNvPr id="19" name="Straight Connector 18">
            <a:extLst>
              <a:ext uri="{FF2B5EF4-FFF2-40B4-BE49-F238E27FC236}">
                <a16:creationId xmlns:a16="http://schemas.microsoft.com/office/drawing/2014/main" id="{CFE737EA-5785-A24D-9E71-BDFD7C684217}"/>
              </a:ext>
            </a:extLst>
          </p:cNvPr>
          <p:cNvCxnSpPr>
            <a:cxnSpLocks/>
          </p:cNvCxnSpPr>
          <p:nvPr userDrawn="1"/>
        </p:nvCxnSpPr>
        <p:spPr>
          <a:xfrm>
            <a:off x="1860440" y="2324422"/>
            <a:ext cx="0" cy="7726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itle 1">
            <a:extLst>
              <a:ext uri="{FF2B5EF4-FFF2-40B4-BE49-F238E27FC236}">
                <a16:creationId xmlns:a16="http://schemas.microsoft.com/office/drawing/2014/main" id="{9F38B238-D0B5-004A-9FAE-29D20E21D615}"/>
              </a:ext>
            </a:extLst>
          </p:cNvPr>
          <p:cNvSpPr>
            <a:spLocks noGrp="1"/>
          </p:cNvSpPr>
          <p:nvPr>
            <p:ph type="ctrTitle" hasCustomPrompt="1"/>
          </p:nvPr>
        </p:nvSpPr>
        <p:spPr>
          <a:xfrm>
            <a:off x="2133377" y="2061101"/>
            <a:ext cx="7043551" cy="1333152"/>
          </a:xfrm>
        </p:spPr>
        <p:txBody>
          <a:bodyPr anchor="ctr">
            <a:normAutofit/>
          </a:bodyPr>
          <a:lstStyle>
            <a:lvl1pPr algn="l">
              <a:defRPr sz="3200"/>
            </a:lvl1pPr>
          </a:lstStyle>
          <a:p>
            <a:r>
              <a:rPr lang="en-CA"/>
              <a:t>Section </a:t>
            </a:r>
            <a:br>
              <a:rPr lang="en-CA"/>
            </a:br>
            <a:r>
              <a:rPr lang="en-CA"/>
              <a:t>Heading</a:t>
            </a:r>
          </a:p>
        </p:txBody>
      </p:sp>
      <p:pic>
        <p:nvPicPr>
          <p:cNvPr id="8" name="Graphic 7">
            <a:extLst>
              <a:ext uri="{FF2B5EF4-FFF2-40B4-BE49-F238E27FC236}">
                <a16:creationId xmlns:a16="http://schemas.microsoft.com/office/drawing/2014/main" id="{AD8B07EA-4FAC-044D-B395-490FA3D7910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FA7CF644-58C1-BE45-9B9E-417D4AB7D84F}"/>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0609A50B-9DD7-034D-A237-6CF6D342A68E}" type="datetime1">
              <a:rPr lang="en-CA" smtClean="0"/>
              <a:t>2026-06-08</a:t>
            </a:fld>
            <a:endParaRPr lang="en-CA"/>
          </a:p>
        </p:txBody>
      </p:sp>
      <p:sp>
        <p:nvSpPr>
          <p:cNvPr id="9" name="Footer Placeholder 4">
            <a:extLst>
              <a:ext uri="{FF2B5EF4-FFF2-40B4-BE49-F238E27FC236}">
                <a16:creationId xmlns:a16="http://schemas.microsoft.com/office/drawing/2014/main" id="{941F033B-63AE-8B42-8C72-97D73DCEA7DD}"/>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F7C373BC-86A6-E046-973D-4A8D241C44BC}"/>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90722576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37" userDrawn="1">
          <p15:clr>
            <a:srgbClr val="FBAE40"/>
          </p15:clr>
        </p15:guide>
        <p15:guide id="2" orient="horz" pos="166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Header - Breadcrumb Caret">
    <p:bg>
      <p:bgPr>
        <a:solidFill>
          <a:schemeClr val="bg2">
            <a:alpha val="75000"/>
          </a:schemeClr>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0C9E1E9-5992-4D48-8D1D-3FB912143B24}"/>
              </a:ext>
            </a:extLst>
          </p:cNvPr>
          <p:cNvPicPr>
            <a:picLocks noChangeAspect="1"/>
          </p:cNvPicPr>
          <p:nvPr userDrawn="1"/>
        </p:nvPicPr>
        <p:blipFill rotWithShape="1">
          <a:blip r:embed="rId2">
            <a:alphaModFix/>
          </a:blip>
          <a:srcRect l="-3644" t="-25966" r="27535" b="151"/>
          <a:stretch/>
        </p:blipFill>
        <p:spPr>
          <a:xfrm>
            <a:off x="3894820" y="0"/>
            <a:ext cx="8297180" cy="6858000"/>
          </a:xfrm>
          <a:prstGeom prst="rect">
            <a:avLst/>
          </a:prstGeom>
        </p:spPr>
      </p:pic>
      <p:sp>
        <p:nvSpPr>
          <p:cNvPr id="11" name="Text Placeholder 2">
            <a:extLst>
              <a:ext uri="{FF2B5EF4-FFF2-40B4-BE49-F238E27FC236}">
                <a16:creationId xmlns:a16="http://schemas.microsoft.com/office/drawing/2014/main" id="{65928101-0180-9141-9194-F1121CCFDE68}"/>
              </a:ext>
            </a:extLst>
          </p:cNvPr>
          <p:cNvSpPr>
            <a:spLocks noGrp="1"/>
          </p:cNvSpPr>
          <p:nvPr>
            <p:ph type="body" idx="1" hasCustomPrompt="1"/>
          </p:nvPr>
        </p:nvSpPr>
        <p:spPr>
          <a:xfrm>
            <a:off x="695325" y="1422303"/>
            <a:ext cx="6043612" cy="665286"/>
          </a:xfrm>
        </p:spPr>
        <p:txBody>
          <a:bodyPr anchor="b">
            <a:normAutofit/>
          </a:bodyPr>
          <a:lstStyle>
            <a:lvl1pPr marL="0" indent="0">
              <a:lnSpc>
                <a:spcPct val="100000"/>
              </a:lnSpc>
              <a:buNone/>
              <a:defRPr sz="1600" b="1" i="0">
                <a:solidFill>
                  <a:srgbClr val="00A189"/>
                </a:solidFill>
                <a:latin typeface="Arial Black" panose="020B0604020202020204" pitchFamily="34" charset="0"/>
                <a:cs typeface="Arial Black" panose="020B06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CA"/>
              <a:t>Section Title</a:t>
            </a:r>
          </a:p>
        </p:txBody>
      </p:sp>
      <p:sp>
        <p:nvSpPr>
          <p:cNvPr id="19" name="Title 1">
            <a:extLst>
              <a:ext uri="{FF2B5EF4-FFF2-40B4-BE49-F238E27FC236}">
                <a16:creationId xmlns:a16="http://schemas.microsoft.com/office/drawing/2014/main" id="{850A253F-77BB-D94E-AF1B-27A5D6484640}"/>
              </a:ext>
            </a:extLst>
          </p:cNvPr>
          <p:cNvSpPr>
            <a:spLocks noGrp="1"/>
          </p:cNvSpPr>
          <p:nvPr>
            <p:ph type="ctrTitle" hasCustomPrompt="1"/>
          </p:nvPr>
        </p:nvSpPr>
        <p:spPr>
          <a:xfrm>
            <a:off x="695325" y="2202272"/>
            <a:ext cx="6043612" cy="2765968"/>
          </a:xfrm>
        </p:spPr>
        <p:txBody>
          <a:bodyPr anchor="t">
            <a:normAutofit/>
          </a:bodyPr>
          <a:lstStyle>
            <a:lvl1pPr algn="l">
              <a:defRPr sz="3400" b="0"/>
            </a:lvl1pPr>
          </a:lstStyle>
          <a:p>
            <a:r>
              <a:rPr lang="en-CA"/>
              <a:t>Section </a:t>
            </a:r>
            <a:br>
              <a:rPr lang="en-CA"/>
            </a:br>
            <a:r>
              <a:rPr lang="en-CA"/>
              <a:t>Heading</a:t>
            </a:r>
          </a:p>
        </p:txBody>
      </p:sp>
      <p:pic>
        <p:nvPicPr>
          <p:cNvPr id="7" name="Graphic 6">
            <a:extLst>
              <a:ext uri="{FF2B5EF4-FFF2-40B4-BE49-F238E27FC236}">
                <a16:creationId xmlns:a16="http://schemas.microsoft.com/office/drawing/2014/main" id="{301ED30A-1BA1-B147-AF99-21EDBFA858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780265" y="5944561"/>
            <a:ext cx="980558" cy="520650"/>
          </a:xfrm>
          <a:prstGeom prst="rect">
            <a:avLst/>
          </a:prstGeom>
        </p:spPr>
      </p:pic>
      <p:sp>
        <p:nvSpPr>
          <p:cNvPr id="6" name="Date Placeholder 3">
            <a:extLst>
              <a:ext uri="{FF2B5EF4-FFF2-40B4-BE49-F238E27FC236}">
                <a16:creationId xmlns:a16="http://schemas.microsoft.com/office/drawing/2014/main" id="{6ED4888D-8528-6349-9F57-D25FA9E5A866}"/>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54B51589-6EE3-C54F-A374-4E7D93FE6220}" type="datetime1">
              <a:rPr lang="en-CA" smtClean="0"/>
              <a:t>2026-06-08</a:t>
            </a:fld>
            <a:endParaRPr lang="en-CA"/>
          </a:p>
        </p:txBody>
      </p:sp>
      <p:sp>
        <p:nvSpPr>
          <p:cNvPr id="8" name="Footer Placeholder 4">
            <a:extLst>
              <a:ext uri="{FF2B5EF4-FFF2-40B4-BE49-F238E27FC236}">
                <a16:creationId xmlns:a16="http://schemas.microsoft.com/office/drawing/2014/main" id="{8B9706DA-CD19-1140-A5B7-D8D526FCCC20}"/>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4CDA8C2E-3CC7-D745-9DEC-E05C61896511}"/>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29875447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3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78939-CBF9-5846-919A-D2860AD0543B}"/>
              </a:ext>
            </a:extLst>
          </p:cNvPr>
          <p:cNvSpPr>
            <a:spLocks noGrp="1"/>
          </p:cNvSpPr>
          <p:nvPr>
            <p:ph type="title"/>
          </p:nvPr>
        </p:nvSpPr>
        <p:spPr/>
        <p:txBody>
          <a:bodyPr/>
          <a:lstStyle/>
          <a:p>
            <a:r>
              <a:rPr lang="en-US"/>
              <a:t>Click to edit Master title style</a:t>
            </a:r>
            <a:endParaRPr lang="en-CA"/>
          </a:p>
        </p:txBody>
      </p:sp>
      <p:sp>
        <p:nvSpPr>
          <p:cNvPr id="33" name="Content Placeholder 32">
            <a:extLst>
              <a:ext uri="{FF2B5EF4-FFF2-40B4-BE49-F238E27FC236}">
                <a16:creationId xmlns:a16="http://schemas.microsoft.com/office/drawing/2014/main" id="{EEF7C2F9-1C47-594C-80DD-0D433F54B810}"/>
              </a:ext>
            </a:extLst>
          </p:cNvPr>
          <p:cNvSpPr>
            <a:spLocks noGrp="1"/>
          </p:cNvSpPr>
          <p:nvPr>
            <p:ph type="body" sz="quarter" idx="23"/>
          </p:nvPr>
        </p:nvSpPr>
        <p:spPr>
          <a:xfrm>
            <a:off x="381001" y="1592263"/>
            <a:ext cx="2857499" cy="4176711"/>
          </a:xfrm>
        </p:spPr>
        <p:txBody>
          <a:bodyPr/>
          <a:lstStyle>
            <a:lvl1pPr>
              <a:spcBef>
                <a:spcPts val="1600"/>
              </a:spcBef>
              <a:defRPr lang="en-US" dirty="0"/>
            </a:lvl1pPr>
            <a:lvl2pPr>
              <a:spcBef>
                <a:spcPts val="1100"/>
              </a:spcBef>
              <a:defRPr lang="en-US" dirty="0"/>
            </a:lvl2pPr>
          </a:lstStyle>
          <a:p>
            <a:pPr lvl="0"/>
            <a:r>
              <a:rPr lang="en-US"/>
              <a:t>Click to edit Master text styles</a:t>
            </a:r>
          </a:p>
          <a:p>
            <a:pPr lvl="1"/>
            <a:r>
              <a:rPr lang="en-US"/>
              <a:t>Second level</a:t>
            </a:r>
          </a:p>
        </p:txBody>
      </p:sp>
      <p:sp>
        <p:nvSpPr>
          <p:cNvPr id="36" name="Content Placeholder 32">
            <a:extLst>
              <a:ext uri="{FF2B5EF4-FFF2-40B4-BE49-F238E27FC236}">
                <a16:creationId xmlns:a16="http://schemas.microsoft.com/office/drawing/2014/main" id="{BDD96C0F-646F-EC46-BE59-AF30FBBAAEDA}"/>
              </a:ext>
            </a:extLst>
          </p:cNvPr>
          <p:cNvSpPr>
            <a:spLocks noGrp="1"/>
          </p:cNvSpPr>
          <p:nvPr>
            <p:ph type="body" sz="quarter" idx="24"/>
          </p:nvPr>
        </p:nvSpPr>
        <p:spPr>
          <a:xfrm>
            <a:off x="3752858" y="1592263"/>
            <a:ext cx="3057515" cy="4176712"/>
          </a:xfrm>
          <a:prstGeom prst="callout1">
            <a:avLst>
              <a:gd name="adj1" fmla="val -65"/>
              <a:gd name="adj2" fmla="val 65"/>
              <a:gd name="adj3" fmla="val 100091"/>
              <a:gd name="adj4" fmla="val 24"/>
            </a:avLst>
          </a:prstGeom>
          <a:ln w="6350">
            <a:solidFill>
              <a:schemeClr val="tx1"/>
            </a:solidFill>
          </a:ln>
        </p:spPr>
        <p:txBody>
          <a:bodyPr lIns="274320"/>
          <a:lstStyle>
            <a:lvl1pPr>
              <a:spcBef>
                <a:spcPts val="1600"/>
              </a:spcBef>
              <a:defRPr/>
            </a:lvl1pPr>
            <a:lvl2pPr>
              <a:spcBef>
                <a:spcPts val="1100"/>
              </a:spcBef>
              <a:defRPr sz="1400"/>
            </a:lvl2pPr>
          </a:lstStyle>
          <a:p>
            <a:pPr lvl="0"/>
            <a:r>
              <a:rPr lang="en-US"/>
              <a:t>Click to edit Master text styles</a:t>
            </a:r>
          </a:p>
          <a:p>
            <a:pPr lvl="1"/>
            <a:r>
              <a:rPr lang="en-US"/>
              <a:t>Second level</a:t>
            </a:r>
          </a:p>
        </p:txBody>
      </p:sp>
      <p:sp>
        <p:nvSpPr>
          <p:cNvPr id="11" name="Content Placeholder 32">
            <a:extLst>
              <a:ext uri="{FF2B5EF4-FFF2-40B4-BE49-F238E27FC236}">
                <a16:creationId xmlns:a16="http://schemas.microsoft.com/office/drawing/2014/main" id="{AA50060F-CB3B-DF46-A671-981A48074C47}"/>
              </a:ext>
            </a:extLst>
          </p:cNvPr>
          <p:cNvSpPr>
            <a:spLocks noGrp="1"/>
          </p:cNvSpPr>
          <p:nvPr>
            <p:ph type="body" sz="quarter" idx="25"/>
          </p:nvPr>
        </p:nvSpPr>
        <p:spPr>
          <a:xfrm>
            <a:off x="7324731" y="1592263"/>
            <a:ext cx="3057515" cy="4176712"/>
          </a:xfrm>
          <a:prstGeom prst="callout1">
            <a:avLst>
              <a:gd name="adj1" fmla="val -65"/>
              <a:gd name="adj2" fmla="val 65"/>
              <a:gd name="adj3" fmla="val 100091"/>
              <a:gd name="adj4" fmla="val 24"/>
            </a:avLst>
          </a:prstGeom>
          <a:ln w="6350">
            <a:solidFill>
              <a:schemeClr val="tx1"/>
            </a:solidFill>
          </a:ln>
        </p:spPr>
        <p:txBody>
          <a:bodyPr lIns="274320"/>
          <a:lstStyle>
            <a:lvl1pPr>
              <a:spcBef>
                <a:spcPts val="1600"/>
              </a:spcBef>
              <a:defRPr/>
            </a:lvl1pPr>
            <a:lvl2pPr>
              <a:spcBef>
                <a:spcPts val="1100"/>
              </a:spcBef>
              <a:defRPr sz="1400"/>
            </a:lvl2pPr>
          </a:lstStyle>
          <a:p>
            <a:pPr lvl="0"/>
            <a:r>
              <a:rPr lang="en-US"/>
              <a:t>Click to edit Master text styles</a:t>
            </a:r>
          </a:p>
          <a:p>
            <a:pPr lvl="1"/>
            <a:r>
              <a:rPr lang="en-US"/>
              <a:t>Second level</a:t>
            </a:r>
          </a:p>
        </p:txBody>
      </p:sp>
      <p:sp>
        <p:nvSpPr>
          <p:cNvPr id="3" name="Date Placeholder 2">
            <a:extLst>
              <a:ext uri="{FF2B5EF4-FFF2-40B4-BE49-F238E27FC236}">
                <a16:creationId xmlns:a16="http://schemas.microsoft.com/office/drawing/2014/main" id="{4632B96D-A5D6-074E-BF2B-EACC2135372D}"/>
              </a:ext>
            </a:extLst>
          </p:cNvPr>
          <p:cNvSpPr>
            <a:spLocks noGrp="1"/>
          </p:cNvSpPr>
          <p:nvPr>
            <p:ph type="dt" sz="half" idx="10"/>
          </p:nvPr>
        </p:nvSpPr>
        <p:spPr/>
        <p:txBody>
          <a:bodyPr/>
          <a:lstStyle/>
          <a:p>
            <a:fld id="{6DD03077-3DC3-904C-A77F-806A5FD61554}" type="datetime1">
              <a:rPr lang="en-CA" smtClean="0"/>
              <a:t>2026-06-08</a:t>
            </a:fld>
            <a:endParaRPr lang="en-CA"/>
          </a:p>
        </p:txBody>
      </p:sp>
      <p:sp>
        <p:nvSpPr>
          <p:cNvPr id="4" name="Footer Placeholder 3">
            <a:extLst>
              <a:ext uri="{FF2B5EF4-FFF2-40B4-BE49-F238E27FC236}">
                <a16:creationId xmlns:a16="http://schemas.microsoft.com/office/drawing/2014/main" id="{8E7EA3D9-85AD-7A44-9A7E-80EE64E70D4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3C3421F7-5715-AC45-BD72-2426C04FFEB7}"/>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546665668"/>
      </p:ext>
    </p:extLst>
  </p:cSld>
  <p:clrMapOvr>
    <a:masterClrMapping/>
  </p:clrMapOvr>
  <p:extLst>
    <p:ext uri="{DCECCB84-F9BA-43D5-87BE-67443E8EF086}">
      <p15:sldGuideLst xmlns:p15="http://schemas.microsoft.com/office/powerpoint/2012/main">
        <p15:guide id="1" pos="2366" userDrawn="1">
          <p15:clr>
            <a:srgbClr val="FBAE40"/>
          </p15:clr>
        </p15:guide>
        <p15:guide id="2" pos="4612"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FE97A-93D6-E747-BAA0-0D36C3E57EA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EDDCBC40-268B-EC4B-BCEA-59D5F9882C8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97A7DA51-01CC-8E43-909C-C5BA8288CB70}"/>
              </a:ext>
            </a:extLst>
          </p:cNvPr>
          <p:cNvSpPr>
            <a:spLocks noGrp="1"/>
          </p:cNvSpPr>
          <p:nvPr>
            <p:ph type="dt" sz="half" idx="10"/>
          </p:nvPr>
        </p:nvSpPr>
        <p:spPr/>
        <p:txBody>
          <a:bodyPr/>
          <a:lstStyle/>
          <a:p>
            <a:fld id="{A59D2D5E-F42C-4646-A5DE-D67A7105EBEC}" type="datetime1">
              <a:rPr lang="en-CA" smtClean="0"/>
              <a:t>2026-06-08</a:t>
            </a:fld>
            <a:endParaRPr lang="en-CA"/>
          </a:p>
        </p:txBody>
      </p:sp>
      <p:sp>
        <p:nvSpPr>
          <p:cNvPr id="5" name="Footer Placeholder 4">
            <a:extLst>
              <a:ext uri="{FF2B5EF4-FFF2-40B4-BE49-F238E27FC236}">
                <a16:creationId xmlns:a16="http://schemas.microsoft.com/office/drawing/2014/main" id="{8C8F9690-4ACD-1B49-8145-EF86FEA39B89}"/>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3291D2A-A36A-9F40-AA5C-6569B048E02A}"/>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36723400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ubhead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5EAF8-802D-9E48-8393-BC63F9C64B7B}"/>
              </a:ext>
            </a:extLst>
          </p:cNvPr>
          <p:cNvSpPr>
            <a:spLocks noGrp="1"/>
          </p:cNvSpPr>
          <p:nvPr>
            <p:ph type="title"/>
          </p:nvPr>
        </p:nvSpPr>
        <p:spPr/>
        <p:txBody>
          <a:bodyPr/>
          <a:lstStyle/>
          <a:p>
            <a:r>
              <a:rPr lang="en-US"/>
              <a:t>Click to edit Master title style</a:t>
            </a:r>
            <a:endParaRPr lang="en-CA"/>
          </a:p>
        </p:txBody>
      </p:sp>
      <p:sp>
        <p:nvSpPr>
          <p:cNvPr id="7" name="Text Placeholder 5">
            <a:extLst>
              <a:ext uri="{FF2B5EF4-FFF2-40B4-BE49-F238E27FC236}">
                <a16:creationId xmlns:a16="http://schemas.microsoft.com/office/drawing/2014/main" id="{D826743E-6DAE-EA4E-BE3D-F355BACDE8F0}"/>
              </a:ext>
            </a:extLst>
          </p:cNvPr>
          <p:cNvSpPr>
            <a:spLocks noGrp="1"/>
          </p:cNvSpPr>
          <p:nvPr>
            <p:ph type="body" sz="quarter" idx="13"/>
          </p:nvPr>
        </p:nvSpPr>
        <p:spPr>
          <a:xfrm>
            <a:off x="381001" y="1592263"/>
            <a:ext cx="8570912"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 name="Content Placeholder 2">
            <a:extLst>
              <a:ext uri="{FF2B5EF4-FFF2-40B4-BE49-F238E27FC236}">
                <a16:creationId xmlns:a16="http://schemas.microsoft.com/office/drawing/2014/main" id="{DC18DA6C-C939-9546-A4D3-4B92C47C894A}"/>
              </a:ext>
            </a:extLst>
          </p:cNvPr>
          <p:cNvSpPr>
            <a:spLocks noGrp="1"/>
          </p:cNvSpPr>
          <p:nvPr>
            <p:ph idx="1"/>
          </p:nvPr>
        </p:nvSpPr>
        <p:spPr>
          <a:xfrm>
            <a:off x="381000" y="2145967"/>
            <a:ext cx="8570912"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D8193ED5-70A5-CA4B-84F2-67CF2C9D40B8}"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915831669"/>
      </p:ext>
    </p:extLst>
  </p:cSld>
  <p:clrMapOvr>
    <a:masterClrMapping/>
  </p:clrMapOvr>
  <p:extLst>
    <p:ext uri="{DCECCB84-F9BA-43D5-87BE-67443E8EF086}">
      <p15:sldGuideLst xmlns:p15="http://schemas.microsoft.com/office/powerpoint/2012/main">
        <p15:guide id="1" pos="5042"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125FC-272F-914B-937D-5A26202EC1E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75A472A3-4967-4B4F-A6B0-8F80B08F4C3A}"/>
              </a:ext>
            </a:extLst>
          </p:cNvPr>
          <p:cNvSpPr>
            <a:spLocks noGrp="1"/>
          </p:cNvSpPr>
          <p:nvPr>
            <p:ph sz="half" idx="1"/>
          </p:nvPr>
        </p:nvSpPr>
        <p:spPr>
          <a:xfrm>
            <a:off x="381000" y="1592263"/>
            <a:ext cx="5002213"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F8FCC904-78B1-0642-BED8-CC7244FCC937}"/>
              </a:ext>
            </a:extLst>
          </p:cNvPr>
          <p:cNvSpPr>
            <a:spLocks noGrp="1"/>
          </p:cNvSpPr>
          <p:nvPr>
            <p:ph sz="half" idx="2"/>
          </p:nvPr>
        </p:nvSpPr>
        <p:spPr>
          <a:xfrm>
            <a:off x="6096000" y="1592263"/>
            <a:ext cx="5002213"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55B82A2-0AF2-244F-9157-A6600FA0561D}"/>
              </a:ext>
            </a:extLst>
          </p:cNvPr>
          <p:cNvSpPr>
            <a:spLocks noGrp="1"/>
          </p:cNvSpPr>
          <p:nvPr>
            <p:ph type="dt" sz="half" idx="10"/>
          </p:nvPr>
        </p:nvSpPr>
        <p:spPr/>
        <p:txBody>
          <a:bodyPr/>
          <a:lstStyle/>
          <a:p>
            <a:fld id="{823E89FA-BF93-E84B-B180-E48B25F00654}" type="datetime1">
              <a:rPr lang="en-CA" smtClean="0"/>
              <a:t>2026-06-08</a:t>
            </a:fld>
            <a:endParaRPr lang="en-CA"/>
          </a:p>
        </p:txBody>
      </p:sp>
      <p:sp>
        <p:nvSpPr>
          <p:cNvPr id="6" name="Footer Placeholder 5">
            <a:extLst>
              <a:ext uri="{FF2B5EF4-FFF2-40B4-BE49-F238E27FC236}">
                <a16:creationId xmlns:a16="http://schemas.microsoft.com/office/drawing/2014/main" id="{CDFD37C8-5967-AC40-9644-F04B233C31A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EDE7BB5-A529-064D-8D13-00B00FA6E9EF}"/>
              </a:ext>
            </a:extLst>
          </p:cNvPr>
          <p:cNvSpPr>
            <a:spLocks noGrp="1"/>
          </p:cNvSpPr>
          <p:nvPr>
            <p:ph type="sldNum" sz="quarter" idx="12"/>
          </p:nvPr>
        </p:nvSpPr>
        <p:spPr/>
        <p:txBody>
          <a:bodyPr/>
          <a:lstStyle/>
          <a:p>
            <a:fld id="{1BD90C89-BB05-D647-8C9B-C2376028CB3D}" type="slidenum">
              <a:rPr lang="en-CA" smtClean="0"/>
              <a:t>‹#›</a:t>
            </a:fld>
            <a:endParaRPr lang="en-CA"/>
          </a:p>
        </p:txBody>
      </p:sp>
      <p:cxnSp>
        <p:nvCxnSpPr>
          <p:cNvPr id="8" name="Straight Connector 7">
            <a:extLst>
              <a:ext uri="{FF2B5EF4-FFF2-40B4-BE49-F238E27FC236}">
                <a16:creationId xmlns:a16="http://schemas.microsoft.com/office/drawing/2014/main" id="{8E0F70BF-B4DC-C043-9D7C-20457CB12B2B}"/>
              </a:ext>
            </a:extLst>
          </p:cNvPr>
          <p:cNvCxnSpPr>
            <a:cxnSpLocks/>
          </p:cNvCxnSpPr>
          <p:nvPr userDrawn="1"/>
        </p:nvCxnSpPr>
        <p:spPr>
          <a:xfrm>
            <a:off x="5733823"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54796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93B9C45A-2488-4541-8E5E-C662222BB426}"/>
              </a:ext>
            </a:extLst>
          </p:cNvPr>
          <p:cNvSpPr>
            <a:spLocks noGrp="1"/>
          </p:cNvSpPr>
          <p:nvPr>
            <p:ph type="title"/>
          </p:nvPr>
        </p:nvSpPr>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B5B8C6E2-F29E-9642-9D47-D5EF31201BE3}"/>
              </a:ext>
            </a:extLst>
          </p:cNvPr>
          <p:cNvSpPr>
            <a:spLocks noGrp="1"/>
          </p:cNvSpPr>
          <p:nvPr>
            <p:ph type="body" idx="1"/>
          </p:nvPr>
        </p:nvSpPr>
        <p:spPr>
          <a:xfrm>
            <a:off x="381002" y="1592263"/>
            <a:ext cx="5002212" cy="389819"/>
          </a:xfrm>
        </p:spPr>
        <p:txBody>
          <a:bodyPr anchor="t">
            <a:normAutofit/>
          </a:bodyPr>
          <a:lstStyle>
            <a:lvl1pPr marL="0" indent="0">
              <a:buNone/>
              <a:defRPr sz="1400" b="1">
                <a:solidFill>
                  <a:schemeClr val="accent5"/>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8BC64B4-8862-F34E-820C-4BABB12F7E37}"/>
              </a:ext>
            </a:extLst>
          </p:cNvPr>
          <p:cNvSpPr>
            <a:spLocks noGrp="1"/>
          </p:cNvSpPr>
          <p:nvPr>
            <p:ph sz="half" idx="2"/>
          </p:nvPr>
        </p:nvSpPr>
        <p:spPr>
          <a:xfrm>
            <a:off x="381001" y="2163985"/>
            <a:ext cx="5002212" cy="3604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64AAD4D-5C9D-304B-9289-1322F364ECAE}"/>
              </a:ext>
            </a:extLst>
          </p:cNvPr>
          <p:cNvSpPr>
            <a:spLocks noGrp="1"/>
          </p:cNvSpPr>
          <p:nvPr>
            <p:ph type="body" sz="quarter" idx="3"/>
          </p:nvPr>
        </p:nvSpPr>
        <p:spPr>
          <a:xfrm>
            <a:off x="6096000" y="1602670"/>
            <a:ext cx="5003800" cy="389819"/>
          </a:xfrm>
        </p:spPr>
        <p:txBody>
          <a:bodyPr anchor="t">
            <a:normAutofit/>
          </a:bodyPr>
          <a:lstStyle>
            <a:lvl1pPr marL="0" indent="0">
              <a:buNone/>
              <a:defRPr sz="1400" b="1">
                <a:solidFill>
                  <a:schemeClr val="accent5"/>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B0E15D5-49E3-604D-A32E-6AECC998EAA6}"/>
              </a:ext>
            </a:extLst>
          </p:cNvPr>
          <p:cNvSpPr>
            <a:spLocks noGrp="1"/>
          </p:cNvSpPr>
          <p:nvPr>
            <p:ph sz="quarter" idx="4"/>
          </p:nvPr>
        </p:nvSpPr>
        <p:spPr>
          <a:xfrm>
            <a:off x="6096000" y="2163985"/>
            <a:ext cx="5003800" cy="3604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1FA5482E-6C06-B84D-A9F3-4640CD2AA0F3}"/>
              </a:ext>
            </a:extLst>
          </p:cNvPr>
          <p:cNvSpPr>
            <a:spLocks noGrp="1"/>
          </p:cNvSpPr>
          <p:nvPr>
            <p:ph type="dt" sz="half" idx="10"/>
          </p:nvPr>
        </p:nvSpPr>
        <p:spPr/>
        <p:txBody>
          <a:bodyPr/>
          <a:lstStyle/>
          <a:p>
            <a:fld id="{DA5F462E-9C60-584E-94F0-5696249C41B3}" type="datetime1">
              <a:rPr lang="en-CA" smtClean="0"/>
              <a:t>2026-06-08</a:t>
            </a:fld>
            <a:endParaRPr lang="en-CA"/>
          </a:p>
        </p:txBody>
      </p:sp>
      <p:sp>
        <p:nvSpPr>
          <p:cNvPr id="8" name="Footer Placeholder 7">
            <a:extLst>
              <a:ext uri="{FF2B5EF4-FFF2-40B4-BE49-F238E27FC236}">
                <a16:creationId xmlns:a16="http://schemas.microsoft.com/office/drawing/2014/main" id="{15A0A29D-B92D-C044-82BE-B0FF8B54D8AA}"/>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441366DF-697C-D343-84F8-E2DBE6D8C4F1}"/>
              </a:ext>
            </a:extLst>
          </p:cNvPr>
          <p:cNvSpPr>
            <a:spLocks noGrp="1"/>
          </p:cNvSpPr>
          <p:nvPr>
            <p:ph type="sldNum" sz="quarter" idx="12"/>
          </p:nvPr>
        </p:nvSpPr>
        <p:spPr/>
        <p:txBody>
          <a:bodyPr/>
          <a:lstStyle/>
          <a:p>
            <a:fld id="{1BD90C89-BB05-D647-8C9B-C2376028CB3D}" type="slidenum">
              <a:rPr lang="en-CA" smtClean="0"/>
              <a:t>‹#›</a:t>
            </a:fld>
            <a:endParaRPr lang="en-CA"/>
          </a:p>
        </p:txBody>
      </p:sp>
      <p:cxnSp>
        <p:nvCxnSpPr>
          <p:cNvPr id="11" name="Straight Connector 10">
            <a:extLst>
              <a:ext uri="{FF2B5EF4-FFF2-40B4-BE49-F238E27FC236}">
                <a16:creationId xmlns:a16="http://schemas.microsoft.com/office/drawing/2014/main" id="{C33C53A9-19AC-CB4D-89A1-B09327F6D43D}"/>
              </a:ext>
            </a:extLst>
          </p:cNvPr>
          <p:cNvCxnSpPr>
            <a:cxnSpLocks/>
          </p:cNvCxnSpPr>
          <p:nvPr userDrawn="1"/>
        </p:nvCxnSpPr>
        <p:spPr>
          <a:xfrm>
            <a:off x="5733823"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9065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B6F0ABA-98D8-7D46-B42F-91F9D2B81D6D}"/>
              </a:ext>
            </a:extLst>
          </p:cNvPr>
          <p:cNvSpPr>
            <a:spLocks noGrp="1"/>
          </p:cNvSpPr>
          <p:nvPr>
            <p:ph type="title"/>
          </p:nvPr>
        </p:nvSpPr>
        <p:spPr/>
        <p:txBody>
          <a:bodyPr/>
          <a:lstStyle/>
          <a:p>
            <a:r>
              <a:rPr lang="en-US"/>
              <a:t>Click to edit Master title style</a:t>
            </a:r>
            <a:endParaRPr lang="en-CA"/>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idx="17"/>
          </p:nvPr>
        </p:nvSpPr>
        <p:spPr>
          <a:xfrm>
            <a:off x="381000" y="1592263"/>
            <a:ext cx="3571875"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2" name="Content Placeholder 2">
            <a:extLst>
              <a:ext uri="{FF2B5EF4-FFF2-40B4-BE49-F238E27FC236}">
                <a16:creationId xmlns:a16="http://schemas.microsoft.com/office/drawing/2014/main" id="{64EFCEEA-D652-624D-8939-6F1ADC50E107}"/>
              </a:ext>
            </a:extLst>
          </p:cNvPr>
          <p:cNvSpPr>
            <a:spLocks noGrp="1"/>
          </p:cNvSpPr>
          <p:nvPr>
            <p:ph idx="19"/>
          </p:nvPr>
        </p:nvSpPr>
        <p:spPr>
          <a:xfrm>
            <a:off x="4308497" y="1592263"/>
            <a:ext cx="3575004"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4" name="Content Placeholder 2">
            <a:extLst>
              <a:ext uri="{FF2B5EF4-FFF2-40B4-BE49-F238E27FC236}">
                <a16:creationId xmlns:a16="http://schemas.microsoft.com/office/drawing/2014/main" id="{0F9ABBAA-4442-B143-AC39-89A2D79CD3D1}"/>
              </a:ext>
            </a:extLst>
          </p:cNvPr>
          <p:cNvSpPr>
            <a:spLocks noGrp="1"/>
          </p:cNvSpPr>
          <p:nvPr>
            <p:ph idx="21"/>
          </p:nvPr>
        </p:nvSpPr>
        <p:spPr>
          <a:xfrm>
            <a:off x="8239124" y="1592263"/>
            <a:ext cx="3571875" cy="4176712"/>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A1B0BF60-4FF7-A948-A101-FF0802EBF154}"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F731CC7A-C7C0-8E49-9EEA-95DC5698DCA7}"/>
              </a:ext>
            </a:extLst>
          </p:cNvPr>
          <p:cNvCxnSpPr>
            <a:cxnSpLocks/>
          </p:cNvCxnSpPr>
          <p:nvPr userDrawn="1"/>
        </p:nvCxnSpPr>
        <p:spPr>
          <a:xfrm>
            <a:off x="4130686"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69820C1-5232-CA47-8836-F2F910C6EB2C}"/>
              </a:ext>
            </a:extLst>
          </p:cNvPr>
          <p:cNvCxnSpPr>
            <a:cxnSpLocks/>
          </p:cNvCxnSpPr>
          <p:nvPr userDrawn="1"/>
        </p:nvCxnSpPr>
        <p:spPr>
          <a:xfrm>
            <a:off x="8061312"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9586105"/>
      </p:ext>
    </p:extLst>
  </p:cSld>
  <p:clrMapOvr>
    <a:masterClrMapping/>
  </p:clrMapOvr>
  <p:extLst>
    <p:ext uri="{DCECCB84-F9BA-43D5-87BE-67443E8EF086}">
      <p15:sldGuideLst xmlns:p15="http://schemas.microsoft.com/office/powerpoint/2012/main">
        <p15:guide id="1" pos="4966" userDrawn="1">
          <p15:clr>
            <a:srgbClr val="FBAE40"/>
          </p15:clr>
        </p15:guide>
        <p15:guide id="3" pos="2712"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Three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9D60E6-AE5C-A94C-B916-B56AE3BFB32E}"/>
              </a:ext>
            </a:extLst>
          </p:cNvPr>
          <p:cNvSpPr>
            <a:spLocks noGrp="1"/>
          </p:cNvSpPr>
          <p:nvPr>
            <p:ph type="title"/>
          </p:nvPr>
        </p:nvSpPr>
        <p:spPr/>
        <p:txBody>
          <a:bodyPr/>
          <a:lstStyle/>
          <a:p>
            <a:r>
              <a:rPr lang="en-US"/>
              <a:t>Click to edit Master title style</a:t>
            </a:r>
            <a:endParaRPr lang="en-CA"/>
          </a:p>
        </p:txBody>
      </p:sp>
      <p:sp>
        <p:nvSpPr>
          <p:cNvPr id="26" name="Text Placeholder 5">
            <a:extLst>
              <a:ext uri="{FF2B5EF4-FFF2-40B4-BE49-F238E27FC236}">
                <a16:creationId xmlns:a16="http://schemas.microsoft.com/office/drawing/2014/main" id="{51C3CF99-2BBF-DE4C-A9BC-BA44CFFDF0FA}"/>
              </a:ext>
            </a:extLst>
          </p:cNvPr>
          <p:cNvSpPr>
            <a:spLocks noGrp="1"/>
          </p:cNvSpPr>
          <p:nvPr>
            <p:ph type="body" sz="quarter" idx="16"/>
          </p:nvPr>
        </p:nvSpPr>
        <p:spPr>
          <a:xfrm>
            <a:off x="381001" y="1592263"/>
            <a:ext cx="357187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idx="17"/>
          </p:nvPr>
        </p:nvSpPr>
        <p:spPr>
          <a:xfrm>
            <a:off x="381000" y="2145967"/>
            <a:ext cx="3571873"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1" name="Text Placeholder 5">
            <a:extLst>
              <a:ext uri="{FF2B5EF4-FFF2-40B4-BE49-F238E27FC236}">
                <a16:creationId xmlns:a16="http://schemas.microsoft.com/office/drawing/2014/main" id="{EC189054-CE1D-664C-ADEE-5251F9487CC2}"/>
              </a:ext>
            </a:extLst>
          </p:cNvPr>
          <p:cNvSpPr>
            <a:spLocks noGrp="1"/>
          </p:cNvSpPr>
          <p:nvPr>
            <p:ph type="body" sz="quarter" idx="18"/>
          </p:nvPr>
        </p:nvSpPr>
        <p:spPr>
          <a:xfrm>
            <a:off x="4308348" y="1592263"/>
            <a:ext cx="357530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2" name="Content Placeholder 2">
            <a:extLst>
              <a:ext uri="{FF2B5EF4-FFF2-40B4-BE49-F238E27FC236}">
                <a16:creationId xmlns:a16="http://schemas.microsoft.com/office/drawing/2014/main" id="{64EFCEEA-D652-624D-8939-6F1ADC50E107}"/>
              </a:ext>
            </a:extLst>
          </p:cNvPr>
          <p:cNvSpPr>
            <a:spLocks noGrp="1"/>
          </p:cNvSpPr>
          <p:nvPr>
            <p:ph idx="19"/>
          </p:nvPr>
        </p:nvSpPr>
        <p:spPr>
          <a:xfrm>
            <a:off x="4308348" y="2145967"/>
            <a:ext cx="3575304"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33" name="Text Placeholder 5">
            <a:extLst>
              <a:ext uri="{FF2B5EF4-FFF2-40B4-BE49-F238E27FC236}">
                <a16:creationId xmlns:a16="http://schemas.microsoft.com/office/drawing/2014/main" id="{310D4F21-04DE-7348-AB87-69A9500C8996}"/>
              </a:ext>
            </a:extLst>
          </p:cNvPr>
          <p:cNvSpPr>
            <a:spLocks noGrp="1"/>
          </p:cNvSpPr>
          <p:nvPr>
            <p:ph type="body" sz="quarter" idx="20"/>
          </p:nvPr>
        </p:nvSpPr>
        <p:spPr>
          <a:xfrm>
            <a:off x="8235696" y="1592263"/>
            <a:ext cx="3575304"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34" name="Content Placeholder 2">
            <a:extLst>
              <a:ext uri="{FF2B5EF4-FFF2-40B4-BE49-F238E27FC236}">
                <a16:creationId xmlns:a16="http://schemas.microsoft.com/office/drawing/2014/main" id="{0F9ABBAA-4442-B143-AC39-89A2D79CD3D1}"/>
              </a:ext>
            </a:extLst>
          </p:cNvPr>
          <p:cNvSpPr>
            <a:spLocks noGrp="1"/>
          </p:cNvSpPr>
          <p:nvPr>
            <p:ph idx="21"/>
          </p:nvPr>
        </p:nvSpPr>
        <p:spPr>
          <a:xfrm>
            <a:off x="8235695" y="2145967"/>
            <a:ext cx="3575304" cy="3623008"/>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6DB0F08A-FEA0-FB4D-B030-E4E0959C5581}"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607684EF-69DC-FB45-BAFE-E4AA97BA8024}"/>
              </a:ext>
            </a:extLst>
          </p:cNvPr>
          <p:cNvCxnSpPr>
            <a:cxnSpLocks/>
          </p:cNvCxnSpPr>
          <p:nvPr userDrawn="1"/>
        </p:nvCxnSpPr>
        <p:spPr>
          <a:xfrm>
            <a:off x="4130612"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FF1368E-C170-C74B-BCFC-F6256BB1D604}"/>
              </a:ext>
            </a:extLst>
          </p:cNvPr>
          <p:cNvCxnSpPr>
            <a:cxnSpLocks/>
          </p:cNvCxnSpPr>
          <p:nvPr userDrawn="1"/>
        </p:nvCxnSpPr>
        <p:spPr>
          <a:xfrm>
            <a:off x="8059674"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1259926"/>
      </p:ext>
    </p:extLst>
  </p:cSld>
  <p:clrMapOvr>
    <a:masterClrMapping/>
  </p:clrMapOvr>
  <p:extLst>
    <p:ext uri="{DCECCB84-F9BA-43D5-87BE-67443E8EF086}">
      <p15:sldGuideLst xmlns:p15="http://schemas.microsoft.com/office/powerpoint/2012/main">
        <p15:guide id="1" pos="7129" userDrawn="1">
          <p15:clr>
            <a:srgbClr val="FBAE40"/>
          </p15:clr>
        </p15:guide>
        <p15:guide id="2" pos="2712" userDrawn="1">
          <p15:clr>
            <a:srgbClr val="FBAE40"/>
          </p15:clr>
        </p15:guide>
        <p15:guide id="3" pos="4968"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with Pictur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87E4764-9485-7F4F-960D-977FFD3B084C}"/>
              </a:ext>
            </a:extLst>
          </p:cNvPr>
          <p:cNvSpPr>
            <a:spLocks noGrp="1"/>
          </p:cNvSpPr>
          <p:nvPr>
            <p:ph type="title"/>
          </p:nvPr>
        </p:nvSpPr>
        <p:spPr>
          <a:xfrm>
            <a:off x="381000" y="441325"/>
            <a:ext cx="6429375" cy="989849"/>
          </a:xfrm>
        </p:spPr>
        <p:txBody>
          <a:bodyPr/>
          <a:lstStyle/>
          <a:p>
            <a:r>
              <a:rPr lang="en-US"/>
              <a:t>Click to edit Master title style</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1592263"/>
            <a:ext cx="6429375" cy="4176712"/>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7524750" y="365126"/>
            <a:ext cx="4286250" cy="6129337"/>
          </a:xfrm>
        </p:spPr>
        <p:txBody>
          <a:bodyPr/>
          <a:lstStyle>
            <a:lvl1pPr marL="0" indent="0">
              <a:buNone/>
              <a:defRPr/>
            </a:lvl1pPr>
          </a:lstStyle>
          <a:p>
            <a:r>
              <a:rPr lang="en-US"/>
              <a:t>Click icon to add picture</a:t>
            </a:r>
            <a:endParaRPr lang="en-CA"/>
          </a:p>
        </p:txBody>
      </p:sp>
      <p:sp>
        <p:nvSpPr>
          <p:cNvPr id="5" name="Date Placeholder 4">
            <a:extLst>
              <a:ext uri="{FF2B5EF4-FFF2-40B4-BE49-F238E27FC236}">
                <a16:creationId xmlns:a16="http://schemas.microsoft.com/office/drawing/2014/main" id="{12C4E6C6-AD78-A84E-AD55-D38E4F26CEE8}"/>
              </a:ext>
            </a:extLst>
          </p:cNvPr>
          <p:cNvSpPr>
            <a:spLocks noGrp="1"/>
          </p:cNvSpPr>
          <p:nvPr>
            <p:ph type="dt" sz="half" idx="16"/>
          </p:nvPr>
        </p:nvSpPr>
        <p:spPr/>
        <p:txBody>
          <a:bodyPr/>
          <a:lstStyle/>
          <a:p>
            <a:fld id="{26A69486-E741-E548-882D-3BBA0679CE59}" type="datetime1">
              <a:rPr lang="en-CA" smtClean="0"/>
              <a:t>2026-06-08</a:t>
            </a:fld>
            <a:endParaRPr lang="en-CA"/>
          </a:p>
        </p:txBody>
      </p:sp>
      <p:sp>
        <p:nvSpPr>
          <p:cNvPr id="6" name="Footer Placeholder 5">
            <a:extLst>
              <a:ext uri="{FF2B5EF4-FFF2-40B4-BE49-F238E27FC236}">
                <a16:creationId xmlns:a16="http://schemas.microsoft.com/office/drawing/2014/main" id="{AF817C9D-A8F3-5C4F-9B60-33A80FD7EA02}"/>
              </a:ext>
            </a:extLst>
          </p:cNvPr>
          <p:cNvSpPr>
            <a:spLocks noGrp="1"/>
          </p:cNvSpPr>
          <p:nvPr>
            <p:ph type="ftr" sz="quarter" idx="17"/>
          </p:nvPr>
        </p:nvSpPr>
        <p:spPr>
          <a:xfrm>
            <a:off x="2524125" y="6229815"/>
            <a:ext cx="4286250" cy="260079"/>
          </a:xfrm>
        </p:spPr>
        <p:txBody>
          <a:bodyPr/>
          <a:lstStyle/>
          <a:p>
            <a:endParaRPr lang="en-CA"/>
          </a:p>
        </p:txBody>
      </p:sp>
      <p:sp>
        <p:nvSpPr>
          <p:cNvPr id="7" name="Slide Number Placeholder 10">
            <a:extLst>
              <a:ext uri="{FF2B5EF4-FFF2-40B4-BE49-F238E27FC236}">
                <a16:creationId xmlns:a16="http://schemas.microsoft.com/office/drawing/2014/main" id="{36BEFC1B-9FF7-5E49-AB98-F5482AE8AF6E}"/>
              </a:ext>
            </a:extLst>
          </p:cNvPr>
          <p:cNvSpPr>
            <a:spLocks noGrp="1"/>
          </p:cNvSpPr>
          <p:nvPr>
            <p:ph type="sldNum" sz="quarter" idx="12"/>
          </p:nvPr>
        </p:nvSpPr>
        <p:spPr>
          <a:xfrm>
            <a:off x="11454063" y="7026108"/>
            <a:ext cx="395922" cy="365125"/>
          </a:xfrm>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5303956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ubhead with Pictur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A3B8C7A-7442-A947-A3A0-0FF68497C995}"/>
              </a:ext>
            </a:extLst>
          </p:cNvPr>
          <p:cNvSpPr>
            <a:spLocks noGrp="1"/>
          </p:cNvSpPr>
          <p:nvPr>
            <p:ph type="title"/>
          </p:nvPr>
        </p:nvSpPr>
        <p:spPr>
          <a:xfrm>
            <a:off x="381000" y="441325"/>
            <a:ext cx="6429375" cy="989849"/>
          </a:xfrm>
        </p:spPr>
        <p:txBody>
          <a:bodyPr/>
          <a:lstStyle/>
          <a:p>
            <a:r>
              <a:rPr lang="en-US"/>
              <a:t>Click to edit Master title style</a:t>
            </a:r>
            <a:endParaRPr lang="en-CA"/>
          </a:p>
        </p:txBody>
      </p:sp>
      <p:sp>
        <p:nvSpPr>
          <p:cNvPr id="9" name="Text Placeholder 5">
            <a:extLst>
              <a:ext uri="{FF2B5EF4-FFF2-40B4-BE49-F238E27FC236}">
                <a16:creationId xmlns:a16="http://schemas.microsoft.com/office/drawing/2014/main" id="{63C5D830-AE07-C949-8D77-0E09109CD642}"/>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7" name="Content Placeholder 2">
            <a:extLst>
              <a:ext uri="{FF2B5EF4-FFF2-40B4-BE49-F238E27FC236}">
                <a16:creationId xmlns:a16="http://schemas.microsoft.com/office/drawing/2014/main" id="{D001E528-FEC7-DB4B-9280-FA2837CA305C}"/>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7524750" y="365126"/>
            <a:ext cx="4286250" cy="6129337"/>
          </a:xfrm>
        </p:spPr>
        <p:txBody>
          <a:bodyPr/>
          <a:lstStyle>
            <a:lvl1pPr marL="0" indent="0">
              <a:buNone/>
              <a:defRPr/>
            </a:lvl1pPr>
          </a:lstStyle>
          <a:p>
            <a:r>
              <a:rPr lang="en-US"/>
              <a:t>Click icon to add picture</a:t>
            </a:r>
            <a:endParaRPr lang="en-CA"/>
          </a:p>
        </p:txBody>
      </p:sp>
      <p:sp>
        <p:nvSpPr>
          <p:cNvPr id="5" name="Date Placeholder 4">
            <a:extLst>
              <a:ext uri="{FF2B5EF4-FFF2-40B4-BE49-F238E27FC236}">
                <a16:creationId xmlns:a16="http://schemas.microsoft.com/office/drawing/2014/main" id="{12C4E6C6-AD78-A84E-AD55-D38E4F26CEE8}"/>
              </a:ext>
            </a:extLst>
          </p:cNvPr>
          <p:cNvSpPr>
            <a:spLocks noGrp="1"/>
          </p:cNvSpPr>
          <p:nvPr>
            <p:ph type="dt" sz="half" idx="16"/>
          </p:nvPr>
        </p:nvSpPr>
        <p:spPr/>
        <p:txBody>
          <a:bodyPr/>
          <a:lstStyle/>
          <a:p>
            <a:fld id="{75BFC9D6-0F4F-7642-899B-C0851EB7E77B}" type="datetime1">
              <a:rPr lang="en-CA" smtClean="0"/>
              <a:t>2026-06-08</a:t>
            </a:fld>
            <a:endParaRPr lang="en-CA"/>
          </a:p>
        </p:txBody>
      </p:sp>
      <p:sp>
        <p:nvSpPr>
          <p:cNvPr id="6" name="Footer Placeholder 5">
            <a:extLst>
              <a:ext uri="{FF2B5EF4-FFF2-40B4-BE49-F238E27FC236}">
                <a16:creationId xmlns:a16="http://schemas.microsoft.com/office/drawing/2014/main" id="{AF817C9D-A8F3-5C4F-9B60-33A80FD7EA02}"/>
              </a:ext>
            </a:extLst>
          </p:cNvPr>
          <p:cNvSpPr>
            <a:spLocks noGrp="1"/>
          </p:cNvSpPr>
          <p:nvPr>
            <p:ph type="ftr" sz="quarter" idx="17"/>
          </p:nvPr>
        </p:nvSpPr>
        <p:spPr/>
        <p:txBody>
          <a:bodyPr/>
          <a:lstStyle/>
          <a:p>
            <a:endParaRPr lang="en-CA"/>
          </a:p>
        </p:txBody>
      </p:sp>
      <p:sp>
        <p:nvSpPr>
          <p:cNvPr id="8" name="Slide Number Placeholder 10">
            <a:extLst>
              <a:ext uri="{FF2B5EF4-FFF2-40B4-BE49-F238E27FC236}">
                <a16:creationId xmlns:a16="http://schemas.microsoft.com/office/drawing/2014/main" id="{7A8AFCF3-9B14-A742-87C8-89AB8F66DDBA}"/>
              </a:ext>
            </a:extLst>
          </p:cNvPr>
          <p:cNvSpPr>
            <a:spLocks noGrp="1"/>
          </p:cNvSpPr>
          <p:nvPr>
            <p:ph type="sldNum" sz="quarter" idx="12"/>
          </p:nvPr>
        </p:nvSpPr>
        <p:spPr>
          <a:xfrm>
            <a:off x="11454063" y="7022233"/>
            <a:ext cx="395922" cy="365125"/>
          </a:xfrm>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84248645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2E1CDCB-598C-9F47-AB21-DA50429D9079}"/>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CC69312-531E-8743-8CF4-F67278DCD9C3}"/>
              </a:ext>
            </a:extLst>
          </p:cNvPr>
          <p:cNvSpPr>
            <a:spLocks noGrp="1"/>
          </p:cNvSpPr>
          <p:nvPr>
            <p:ph idx="1"/>
          </p:nvPr>
        </p:nvSpPr>
        <p:spPr>
          <a:xfrm>
            <a:off x="381000" y="1590676"/>
            <a:ext cx="6429375" cy="4178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A05A067F-883A-C046-BC1B-3B49F8254542}"/>
              </a:ext>
            </a:extLst>
          </p:cNvPr>
          <p:cNvSpPr>
            <a:spLocks noGrp="1"/>
          </p:cNvSpPr>
          <p:nvPr>
            <p:ph type="body" sz="half" idx="2"/>
          </p:nvPr>
        </p:nvSpPr>
        <p:spPr>
          <a:xfrm>
            <a:off x="7524749" y="1590676"/>
            <a:ext cx="3575051" cy="4178300"/>
          </a:xfrm>
          <a:prstGeom prst="callout1">
            <a:avLst>
              <a:gd name="adj1" fmla="val -119"/>
              <a:gd name="adj2" fmla="val 20"/>
              <a:gd name="adj3" fmla="val 100006"/>
              <a:gd name="adj4" fmla="val 40"/>
            </a:avLst>
          </a:prstGeom>
          <a:ln w="6350">
            <a:solidFill>
              <a:schemeClr val="tx1"/>
            </a:solidFill>
          </a:ln>
        </p:spPr>
        <p:txBody>
          <a:bodyPr lIns="274320"/>
          <a:lstStyle/>
          <a:p>
            <a:pPr lvl="0"/>
            <a:r>
              <a:rPr lang="en-US"/>
              <a:t>Click to edit Master text styles</a:t>
            </a:r>
          </a:p>
        </p:txBody>
      </p:sp>
      <p:sp>
        <p:nvSpPr>
          <p:cNvPr id="5" name="Date Placeholder 4">
            <a:extLst>
              <a:ext uri="{FF2B5EF4-FFF2-40B4-BE49-F238E27FC236}">
                <a16:creationId xmlns:a16="http://schemas.microsoft.com/office/drawing/2014/main" id="{123EEE29-54A2-814D-A756-8384FB4B8EFB}"/>
              </a:ext>
            </a:extLst>
          </p:cNvPr>
          <p:cNvSpPr>
            <a:spLocks noGrp="1"/>
          </p:cNvSpPr>
          <p:nvPr>
            <p:ph type="dt" sz="half" idx="10"/>
          </p:nvPr>
        </p:nvSpPr>
        <p:spPr/>
        <p:txBody>
          <a:bodyPr/>
          <a:lstStyle/>
          <a:p>
            <a:fld id="{FE5C7A09-734E-7548-9E41-43E7C156F7D0}" type="datetime1">
              <a:rPr lang="en-CA" smtClean="0"/>
              <a:t>2026-06-08</a:t>
            </a:fld>
            <a:endParaRPr lang="en-CA"/>
          </a:p>
        </p:txBody>
      </p:sp>
      <p:sp>
        <p:nvSpPr>
          <p:cNvPr id="6" name="Footer Placeholder 5">
            <a:extLst>
              <a:ext uri="{FF2B5EF4-FFF2-40B4-BE49-F238E27FC236}">
                <a16:creationId xmlns:a16="http://schemas.microsoft.com/office/drawing/2014/main" id="{1838F5F0-4FE4-684E-B042-43D23008355B}"/>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4D232F3-870A-4149-BCCC-EFCAEC69A4CF}"/>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41359003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ubhead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C5480-BB79-4D45-9ABA-5884D15AE8B4}"/>
              </a:ext>
            </a:extLst>
          </p:cNvPr>
          <p:cNvSpPr>
            <a:spLocks noGrp="1"/>
          </p:cNvSpPr>
          <p:nvPr>
            <p:ph type="title"/>
          </p:nvPr>
        </p:nvSpPr>
        <p:spPr/>
        <p:txBody>
          <a:bodyPr/>
          <a:lstStyle/>
          <a:p>
            <a:r>
              <a:rPr lang="en-US"/>
              <a:t>Click to edit Master title style</a:t>
            </a:r>
            <a:endParaRPr lang="en-CA"/>
          </a:p>
        </p:txBody>
      </p:sp>
      <p:sp>
        <p:nvSpPr>
          <p:cNvPr id="13" name="Text Placeholder 5">
            <a:extLst>
              <a:ext uri="{FF2B5EF4-FFF2-40B4-BE49-F238E27FC236}">
                <a16:creationId xmlns:a16="http://schemas.microsoft.com/office/drawing/2014/main" id="{2F561D16-DC5D-0F47-897D-2EA7DB066575}"/>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Text Placeholder 3">
            <a:extLst>
              <a:ext uri="{FF2B5EF4-FFF2-40B4-BE49-F238E27FC236}">
                <a16:creationId xmlns:a16="http://schemas.microsoft.com/office/drawing/2014/main" id="{E5FAD569-1D0F-9C4F-8E56-DA522C636DE6}"/>
              </a:ext>
            </a:extLst>
          </p:cNvPr>
          <p:cNvSpPr>
            <a:spLocks noGrp="1"/>
          </p:cNvSpPr>
          <p:nvPr>
            <p:ph type="body" sz="half" idx="2"/>
          </p:nvPr>
        </p:nvSpPr>
        <p:spPr>
          <a:xfrm>
            <a:off x="7524749" y="1590676"/>
            <a:ext cx="3575051" cy="4178300"/>
          </a:xfrm>
          <a:prstGeom prst="callout1">
            <a:avLst>
              <a:gd name="adj1" fmla="val -119"/>
              <a:gd name="adj2" fmla="val 20"/>
              <a:gd name="adj3" fmla="val 100006"/>
              <a:gd name="adj4" fmla="val 40"/>
            </a:avLst>
          </a:prstGeom>
          <a:ln w="6350">
            <a:solidFill>
              <a:schemeClr val="tx1"/>
            </a:solidFill>
          </a:ln>
        </p:spPr>
        <p:txBody>
          <a:bodyPr lIns="274320"/>
          <a:lstStyle/>
          <a:p>
            <a:pPr lvl="0"/>
            <a:r>
              <a:rPr lang="en-US"/>
              <a:t>Click to edit Master text styles</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7B651A37-8D00-4546-912A-52A4AD472847}"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2567207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Picture with Caption">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EE22BCF4-A886-7149-8A95-F83F2BCA90D0}"/>
              </a:ext>
            </a:extLst>
          </p:cNvPr>
          <p:cNvSpPr>
            <a:spLocks noGrp="1"/>
          </p:cNvSpPr>
          <p:nvPr>
            <p:ph type="title"/>
          </p:nvPr>
        </p:nvSpPr>
        <p:spPr/>
        <p:txBody>
          <a:bodyPr/>
          <a:lstStyle/>
          <a:p>
            <a:r>
              <a:rPr lang="en-US"/>
              <a:t>Click to edit Master title style</a:t>
            </a:r>
            <a:endParaRPr lang="en-CA"/>
          </a:p>
        </p:txBody>
      </p:sp>
      <p:sp>
        <p:nvSpPr>
          <p:cNvPr id="3" name="Picture Placeholder 2">
            <a:extLst>
              <a:ext uri="{FF2B5EF4-FFF2-40B4-BE49-F238E27FC236}">
                <a16:creationId xmlns:a16="http://schemas.microsoft.com/office/drawing/2014/main" id="{18B84A97-9701-BF46-9397-077781D9F06A}"/>
              </a:ext>
            </a:extLst>
          </p:cNvPr>
          <p:cNvSpPr>
            <a:spLocks noGrp="1"/>
          </p:cNvSpPr>
          <p:nvPr>
            <p:ph type="pic" idx="1"/>
          </p:nvPr>
        </p:nvSpPr>
        <p:spPr>
          <a:xfrm>
            <a:off x="381000" y="1592263"/>
            <a:ext cx="7143750" cy="4902200"/>
          </a:xfrm>
        </p:spPr>
        <p:txBody>
          <a:bodyPr/>
          <a:lstStyle>
            <a:lvl1pPr marL="0" indent="0">
              <a:buNone/>
              <a:defRPr lang="en-US" dirty="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4" name="Text Placeholder 3">
            <a:extLst>
              <a:ext uri="{FF2B5EF4-FFF2-40B4-BE49-F238E27FC236}">
                <a16:creationId xmlns:a16="http://schemas.microsoft.com/office/drawing/2014/main" id="{11ABC8E8-47B4-8141-80D4-1FAEE45B3777}"/>
              </a:ext>
            </a:extLst>
          </p:cNvPr>
          <p:cNvSpPr>
            <a:spLocks noGrp="1"/>
          </p:cNvSpPr>
          <p:nvPr>
            <p:ph type="body" sz="half" idx="2"/>
          </p:nvPr>
        </p:nvSpPr>
        <p:spPr>
          <a:xfrm>
            <a:off x="8239124" y="1592264"/>
            <a:ext cx="3571875" cy="4176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5896E69F-3691-4845-9EA4-140698CF6642}"/>
              </a:ext>
            </a:extLst>
          </p:cNvPr>
          <p:cNvSpPr>
            <a:spLocks noGrp="1"/>
          </p:cNvSpPr>
          <p:nvPr>
            <p:ph type="dt" sz="half" idx="10"/>
          </p:nvPr>
        </p:nvSpPr>
        <p:spPr/>
        <p:txBody>
          <a:bodyPr/>
          <a:lstStyle/>
          <a:p>
            <a:fld id="{7301246A-41FF-3048-A43A-897A3529BA94}" type="datetime1">
              <a:rPr lang="en-CA" smtClean="0"/>
              <a:t>2026-06-08</a:t>
            </a:fld>
            <a:endParaRPr lang="en-CA"/>
          </a:p>
        </p:txBody>
      </p:sp>
      <p:sp>
        <p:nvSpPr>
          <p:cNvPr id="6" name="Footer Placeholder 5">
            <a:extLst>
              <a:ext uri="{FF2B5EF4-FFF2-40B4-BE49-F238E27FC236}">
                <a16:creationId xmlns:a16="http://schemas.microsoft.com/office/drawing/2014/main" id="{EF6407C2-4B87-F549-A795-7749607A50E1}"/>
              </a:ext>
            </a:extLst>
          </p:cNvPr>
          <p:cNvSpPr>
            <a:spLocks noGrp="1"/>
          </p:cNvSpPr>
          <p:nvPr>
            <p:ph type="ftr" sz="quarter" idx="11"/>
          </p:nvPr>
        </p:nvSpPr>
        <p:spPr>
          <a:xfrm>
            <a:off x="8239125" y="6229815"/>
            <a:ext cx="2860675" cy="260079"/>
          </a:xfrm>
        </p:spPr>
        <p:txBody>
          <a:bodyPr/>
          <a:lstStyle/>
          <a:p>
            <a:endParaRPr lang="en-CA"/>
          </a:p>
        </p:txBody>
      </p:sp>
      <p:sp>
        <p:nvSpPr>
          <p:cNvPr id="7" name="Slide Number Placeholder 6">
            <a:extLst>
              <a:ext uri="{FF2B5EF4-FFF2-40B4-BE49-F238E27FC236}">
                <a16:creationId xmlns:a16="http://schemas.microsoft.com/office/drawing/2014/main" id="{74B14144-75CA-5142-928C-A777A4A79B2E}"/>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616093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Picture, Subhead with Caption">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BC1474-D3C0-7B47-A967-132913843826}"/>
              </a:ext>
            </a:extLst>
          </p:cNvPr>
          <p:cNvSpPr>
            <a:spLocks noGrp="1"/>
          </p:cNvSpPr>
          <p:nvPr>
            <p:ph type="title"/>
          </p:nvPr>
        </p:nvSpPr>
        <p:spPr/>
        <p:txBody>
          <a:bodyPr/>
          <a:lstStyle/>
          <a:p>
            <a:r>
              <a:rPr lang="en-US"/>
              <a:t>Click to edit Master title style</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1000" y="1592264"/>
            <a:ext cx="7143749" cy="4902199"/>
          </a:xfrm>
        </p:spPr>
        <p:txBody>
          <a:bodyPr/>
          <a:lstStyle>
            <a:lvl1pPr marL="0" indent="0">
              <a:buNone/>
              <a:defRPr/>
            </a:lvl1pPr>
          </a:lstStyle>
          <a:p>
            <a:r>
              <a:rPr lang="en-US"/>
              <a:t>Click icon to add picture</a:t>
            </a:r>
            <a:endParaRPr lang="en-CA"/>
          </a:p>
        </p:txBody>
      </p:sp>
      <p:sp>
        <p:nvSpPr>
          <p:cNvPr id="14" name="Text Placeholder 5">
            <a:extLst>
              <a:ext uri="{FF2B5EF4-FFF2-40B4-BE49-F238E27FC236}">
                <a16:creationId xmlns:a16="http://schemas.microsoft.com/office/drawing/2014/main" id="{7696FF8B-5ED8-614E-9B8E-C740ED671E12}"/>
              </a:ext>
            </a:extLst>
          </p:cNvPr>
          <p:cNvSpPr>
            <a:spLocks noGrp="1"/>
          </p:cNvSpPr>
          <p:nvPr>
            <p:ph type="body" sz="quarter" idx="20"/>
          </p:nvPr>
        </p:nvSpPr>
        <p:spPr>
          <a:xfrm>
            <a:off x="8239124" y="1592264"/>
            <a:ext cx="35718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6" name="Content Placeholder 2">
            <a:extLst>
              <a:ext uri="{FF2B5EF4-FFF2-40B4-BE49-F238E27FC236}">
                <a16:creationId xmlns:a16="http://schemas.microsoft.com/office/drawing/2014/main" id="{2E074D5D-99DE-1042-944C-B3DACE16CD35}"/>
              </a:ext>
            </a:extLst>
          </p:cNvPr>
          <p:cNvSpPr>
            <a:spLocks noGrp="1"/>
          </p:cNvSpPr>
          <p:nvPr>
            <p:ph idx="21"/>
          </p:nvPr>
        </p:nvSpPr>
        <p:spPr>
          <a:xfrm>
            <a:off x="8239125" y="2145967"/>
            <a:ext cx="3571874" cy="3623007"/>
          </a:xfrm>
        </p:spPr>
        <p:txBody>
          <a:bodyPr/>
          <a:lstStyle>
            <a:lvl1pPr>
              <a:spcBef>
                <a:spcPts val="1600"/>
              </a:spcBef>
              <a:defRPr sz="1400"/>
            </a:lvl1pPr>
            <a:lvl2pPr>
              <a:defRPr sz="14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6A5D723A-74E6-6940-8C9C-B9D251B09B25}"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a:xfrm>
            <a:off x="8239125" y="6229815"/>
            <a:ext cx="2860675" cy="260079"/>
          </a:xfrm>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602813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with 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CA914-084A-8E4E-9FDD-CFBF6871EFA5}"/>
              </a:ext>
            </a:extLst>
          </p:cNvPr>
          <p:cNvSpPr>
            <a:spLocks noGrp="1"/>
          </p:cNvSpPr>
          <p:nvPr>
            <p:ph type="title"/>
          </p:nvPr>
        </p:nvSpPr>
        <p:spPr>
          <a:xfrm>
            <a:off x="381000" y="441325"/>
            <a:ext cx="4991100" cy="989849"/>
          </a:xfrm>
        </p:spPr>
        <p:txBody>
          <a:bodyPr/>
          <a:lstStyle/>
          <a:p>
            <a:r>
              <a:rPr lang="en-US"/>
              <a:t>Click to edit Master title style</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1" y="1592263"/>
            <a:ext cx="4991100" cy="4176712"/>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5" name="Picture Placeholder 3">
            <a:extLst>
              <a:ext uri="{FF2B5EF4-FFF2-40B4-BE49-F238E27FC236}">
                <a16:creationId xmlns:a16="http://schemas.microsoft.com/office/drawing/2014/main" id="{F2695DE6-5A94-2B41-9B55-572CAB86C5A9}"/>
              </a:ext>
            </a:extLst>
          </p:cNvPr>
          <p:cNvSpPr>
            <a:spLocks noGrp="1"/>
          </p:cNvSpPr>
          <p:nvPr>
            <p:ph type="pic" sz="quarter" idx="17"/>
          </p:nvPr>
        </p:nvSpPr>
        <p:spPr>
          <a:xfrm>
            <a:off x="6096000" y="1016000"/>
            <a:ext cx="2513301" cy="3235924"/>
          </a:xfrm>
        </p:spPr>
        <p:txBody>
          <a:bodyPr/>
          <a:lstStyle>
            <a:lvl1pPr marL="0" indent="0">
              <a:buNone/>
              <a:defRPr/>
            </a:lvl1pPr>
          </a:lstStyle>
          <a:p>
            <a:r>
              <a:rPr lang="en-US"/>
              <a:t>Click icon to add picture</a:t>
            </a:r>
            <a:endParaRPr lang="en-CA"/>
          </a:p>
        </p:txBody>
      </p:sp>
      <p:sp>
        <p:nvSpPr>
          <p:cNvPr id="23" name="Picture Placeholder 3">
            <a:extLst>
              <a:ext uri="{FF2B5EF4-FFF2-40B4-BE49-F238E27FC236}">
                <a16:creationId xmlns:a16="http://schemas.microsoft.com/office/drawing/2014/main" id="{FF97E328-EA13-954D-A11E-8C81AC659568}"/>
              </a:ext>
            </a:extLst>
          </p:cNvPr>
          <p:cNvSpPr>
            <a:spLocks noGrp="1"/>
          </p:cNvSpPr>
          <p:nvPr>
            <p:ph type="pic" sz="quarter" idx="15"/>
          </p:nvPr>
        </p:nvSpPr>
        <p:spPr>
          <a:xfrm>
            <a:off x="6096000" y="4379314"/>
            <a:ext cx="2513301" cy="2478686"/>
          </a:xfrm>
        </p:spPr>
        <p:txBody>
          <a:bodyPr/>
          <a:lstStyle>
            <a:lvl1pPr marL="0" indent="0">
              <a:buNone/>
              <a:defRPr/>
            </a:lvl1pPr>
          </a:lstStyle>
          <a:p>
            <a:r>
              <a:rPr lang="en-US"/>
              <a:t>Click icon to add picture</a:t>
            </a:r>
            <a:endParaRPr lang="en-CA"/>
          </a:p>
        </p:txBody>
      </p:sp>
      <p:sp>
        <p:nvSpPr>
          <p:cNvPr id="27" name="Picture Placeholder 3">
            <a:extLst>
              <a:ext uri="{FF2B5EF4-FFF2-40B4-BE49-F238E27FC236}">
                <a16:creationId xmlns:a16="http://schemas.microsoft.com/office/drawing/2014/main" id="{22E6D772-67AA-AC40-A011-D33DB85447D5}"/>
              </a:ext>
            </a:extLst>
          </p:cNvPr>
          <p:cNvSpPr>
            <a:spLocks noGrp="1"/>
          </p:cNvSpPr>
          <p:nvPr>
            <p:ph type="pic" sz="quarter" idx="19"/>
          </p:nvPr>
        </p:nvSpPr>
        <p:spPr>
          <a:xfrm>
            <a:off x="8730961" y="0"/>
            <a:ext cx="2513301" cy="2478686"/>
          </a:xfrm>
        </p:spPr>
        <p:txBody>
          <a:bodyPr/>
          <a:lstStyle>
            <a:lvl1pPr marL="0" indent="0">
              <a:buNone/>
              <a:defRPr/>
            </a:lvl1pPr>
          </a:lstStyle>
          <a:p>
            <a:r>
              <a:rPr lang="en-US"/>
              <a:t>Click icon to add picture</a:t>
            </a:r>
            <a:endParaRPr lang="en-CA"/>
          </a:p>
        </p:txBody>
      </p:sp>
      <p:sp>
        <p:nvSpPr>
          <p:cNvPr id="29" name="Picture Placeholder 3">
            <a:extLst>
              <a:ext uri="{FF2B5EF4-FFF2-40B4-BE49-F238E27FC236}">
                <a16:creationId xmlns:a16="http://schemas.microsoft.com/office/drawing/2014/main" id="{07CBE58E-5A59-284E-9361-A93A7A2255B9}"/>
              </a:ext>
            </a:extLst>
          </p:cNvPr>
          <p:cNvSpPr>
            <a:spLocks noGrp="1"/>
          </p:cNvSpPr>
          <p:nvPr>
            <p:ph type="pic" sz="quarter" idx="20"/>
          </p:nvPr>
        </p:nvSpPr>
        <p:spPr>
          <a:xfrm>
            <a:off x="8730960" y="2603500"/>
            <a:ext cx="2513301" cy="3235924"/>
          </a:xfrm>
        </p:spPr>
        <p:txBody>
          <a:bodyPr/>
          <a:lstStyle>
            <a:lvl1pPr marL="0" indent="0">
              <a:buNone/>
              <a:defRPr/>
            </a:lvl1pPr>
          </a:lstStyle>
          <a:p>
            <a:r>
              <a:rPr lang="en-US"/>
              <a:t>Click icon to add picture</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30531CFD-87A8-494D-8139-BA875FE90534}"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a:xfrm>
            <a:off x="8730960" y="6229815"/>
            <a:ext cx="2368840" cy="260079"/>
          </a:xfrm>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74856369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Subhead with 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60969-918A-7A4D-88D1-1D843926707E}"/>
              </a:ext>
            </a:extLst>
          </p:cNvPr>
          <p:cNvSpPr>
            <a:spLocks noGrp="1"/>
          </p:cNvSpPr>
          <p:nvPr>
            <p:ph type="title"/>
          </p:nvPr>
        </p:nvSpPr>
        <p:spPr>
          <a:xfrm>
            <a:off x="381000" y="441325"/>
            <a:ext cx="5003090" cy="989849"/>
          </a:xfrm>
        </p:spPr>
        <p:txBody>
          <a:bodyPr/>
          <a:lstStyle/>
          <a:p>
            <a:r>
              <a:rPr lang="en-US"/>
              <a:t>Click to edit Master title style</a:t>
            </a:r>
            <a:endParaRPr lang="en-CA"/>
          </a:p>
        </p:txBody>
      </p:sp>
      <p:sp>
        <p:nvSpPr>
          <p:cNvPr id="14" name="Text Placeholder 5">
            <a:extLst>
              <a:ext uri="{FF2B5EF4-FFF2-40B4-BE49-F238E27FC236}">
                <a16:creationId xmlns:a16="http://schemas.microsoft.com/office/drawing/2014/main" id="{0FA76A3C-4532-3C44-B71D-5A5FD02F8E10}"/>
              </a:ext>
            </a:extLst>
          </p:cNvPr>
          <p:cNvSpPr>
            <a:spLocks noGrp="1"/>
          </p:cNvSpPr>
          <p:nvPr>
            <p:ph type="body" sz="quarter" idx="14"/>
          </p:nvPr>
        </p:nvSpPr>
        <p:spPr>
          <a:xfrm>
            <a:off x="381000" y="1592263"/>
            <a:ext cx="5003091"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3" name="Content Placeholder 2">
            <a:extLst>
              <a:ext uri="{FF2B5EF4-FFF2-40B4-BE49-F238E27FC236}">
                <a16:creationId xmlns:a16="http://schemas.microsoft.com/office/drawing/2014/main" id="{365EC8CE-CED9-A644-83C1-E00A54AC4865}"/>
              </a:ext>
            </a:extLst>
          </p:cNvPr>
          <p:cNvSpPr>
            <a:spLocks noGrp="1"/>
          </p:cNvSpPr>
          <p:nvPr>
            <p:ph idx="1"/>
          </p:nvPr>
        </p:nvSpPr>
        <p:spPr>
          <a:xfrm>
            <a:off x="381001" y="2145967"/>
            <a:ext cx="5003090"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5" name="Picture Placeholder 3">
            <a:extLst>
              <a:ext uri="{FF2B5EF4-FFF2-40B4-BE49-F238E27FC236}">
                <a16:creationId xmlns:a16="http://schemas.microsoft.com/office/drawing/2014/main" id="{F2695DE6-5A94-2B41-9B55-572CAB86C5A9}"/>
              </a:ext>
            </a:extLst>
          </p:cNvPr>
          <p:cNvSpPr>
            <a:spLocks noGrp="1"/>
          </p:cNvSpPr>
          <p:nvPr>
            <p:ph type="pic" sz="quarter" idx="17"/>
          </p:nvPr>
        </p:nvSpPr>
        <p:spPr>
          <a:xfrm>
            <a:off x="6096000" y="1016000"/>
            <a:ext cx="2513301" cy="3235924"/>
          </a:xfrm>
        </p:spPr>
        <p:txBody>
          <a:bodyPr/>
          <a:lstStyle>
            <a:lvl1pPr marL="0" indent="0">
              <a:buNone/>
              <a:defRPr/>
            </a:lvl1pPr>
          </a:lstStyle>
          <a:p>
            <a:r>
              <a:rPr lang="en-US"/>
              <a:t>Click icon to add picture</a:t>
            </a:r>
            <a:endParaRPr lang="en-CA"/>
          </a:p>
        </p:txBody>
      </p:sp>
      <p:sp>
        <p:nvSpPr>
          <p:cNvPr id="23" name="Picture Placeholder 3">
            <a:extLst>
              <a:ext uri="{FF2B5EF4-FFF2-40B4-BE49-F238E27FC236}">
                <a16:creationId xmlns:a16="http://schemas.microsoft.com/office/drawing/2014/main" id="{FF97E328-EA13-954D-A11E-8C81AC659568}"/>
              </a:ext>
            </a:extLst>
          </p:cNvPr>
          <p:cNvSpPr>
            <a:spLocks noGrp="1"/>
          </p:cNvSpPr>
          <p:nvPr>
            <p:ph type="pic" sz="quarter" idx="15"/>
          </p:nvPr>
        </p:nvSpPr>
        <p:spPr>
          <a:xfrm>
            <a:off x="6096000" y="4379314"/>
            <a:ext cx="2513301" cy="2478686"/>
          </a:xfrm>
        </p:spPr>
        <p:txBody>
          <a:bodyPr/>
          <a:lstStyle>
            <a:lvl1pPr marL="0" indent="0">
              <a:buNone/>
              <a:defRPr/>
            </a:lvl1pPr>
          </a:lstStyle>
          <a:p>
            <a:r>
              <a:rPr lang="en-US"/>
              <a:t>Click icon to add picture</a:t>
            </a:r>
            <a:endParaRPr lang="en-CA"/>
          </a:p>
        </p:txBody>
      </p:sp>
      <p:sp>
        <p:nvSpPr>
          <p:cNvPr id="27" name="Picture Placeholder 3">
            <a:extLst>
              <a:ext uri="{FF2B5EF4-FFF2-40B4-BE49-F238E27FC236}">
                <a16:creationId xmlns:a16="http://schemas.microsoft.com/office/drawing/2014/main" id="{22E6D772-67AA-AC40-A011-D33DB85447D5}"/>
              </a:ext>
            </a:extLst>
          </p:cNvPr>
          <p:cNvSpPr>
            <a:spLocks noGrp="1"/>
          </p:cNvSpPr>
          <p:nvPr>
            <p:ph type="pic" sz="quarter" idx="19"/>
          </p:nvPr>
        </p:nvSpPr>
        <p:spPr>
          <a:xfrm>
            <a:off x="8730961" y="0"/>
            <a:ext cx="2513301" cy="2478686"/>
          </a:xfrm>
        </p:spPr>
        <p:txBody>
          <a:bodyPr/>
          <a:lstStyle>
            <a:lvl1pPr marL="0" indent="0">
              <a:buNone/>
              <a:defRPr/>
            </a:lvl1pPr>
          </a:lstStyle>
          <a:p>
            <a:r>
              <a:rPr lang="en-US"/>
              <a:t>Click icon to add picture</a:t>
            </a:r>
            <a:endParaRPr lang="en-CA"/>
          </a:p>
        </p:txBody>
      </p:sp>
      <p:sp>
        <p:nvSpPr>
          <p:cNvPr id="29" name="Picture Placeholder 3">
            <a:extLst>
              <a:ext uri="{FF2B5EF4-FFF2-40B4-BE49-F238E27FC236}">
                <a16:creationId xmlns:a16="http://schemas.microsoft.com/office/drawing/2014/main" id="{07CBE58E-5A59-284E-9361-A93A7A2255B9}"/>
              </a:ext>
            </a:extLst>
          </p:cNvPr>
          <p:cNvSpPr>
            <a:spLocks noGrp="1"/>
          </p:cNvSpPr>
          <p:nvPr>
            <p:ph type="pic" sz="quarter" idx="20"/>
          </p:nvPr>
        </p:nvSpPr>
        <p:spPr>
          <a:xfrm>
            <a:off x="8730960" y="2603500"/>
            <a:ext cx="2513301" cy="3235924"/>
          </a:xfrm>
        </p:spPr>
        <p:txBody>
          <a:bodyPr/>
          <a:lstStyle>
            <a:lvl1pPr marL="0" indent="0">
              <a:buNone/>
              <a:defRPr/>
            </a:lvl1pPr>
          </a:lstStyle>
          <a:p>
            <a:r>
              <a:rPr lang="en-US"/>
              <a:t>Click icon to add picture</a:t>
            </a:r>
            <a:endParaRPr lang="en-CA"/>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82A55C61-564F-404F-B399-6A9C4F0C99FE}"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003389565"/>
      </p:ext>
    </p:extLst>
  </p:cSld>
  <p:clrMapOvr>
    <a:masterClrMapping/>
  </p:clrMapOvr>
  <p:extLst>
    <p:ext uri="{DCECCB84-F9BA-43D5-87BE-67443E8EF086}">
      <p15:sldGuideLst xmlns:p15="http://schemas.microsoft.com/office/powerpoint/2012/main">
        <p15:guide id="3"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mages with Descriptions -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10C5B92-FBA1-3647-B9A6-241C3E710F43}"/>
              </a:ext>
            </a:extLst>
          </p:cNvPr>
          <p:cNvSpPr>
            <a:spLocks noGrp="1"/>
          </p:cNvSpPr>
          <p:nvPr>
            <p:ph type="title"/>
          </p:nvPr>
        </p:nvSpPr>
        <p:spPr/>
        <p:txBody>
          <a:bodyPr/>
          <a:lstStyle/>
          <a:p>
            <a:r>
              <a:rPr lang="en-US"/>
              <a:t>Click to edit Master title style</a:t>
            </a:r>
            <a:endParaRPr lang="en-CA"/>
          </a:p>
        </p:txBody>
      </p:sp>
      <p:sp>
        <p:nvSpPr>
          <p:cNvPr id="21" name="Picture Placeholder 2">
            <a:extLst>
              <a:ext uri="{FF2B5EF4-FFF2-40B4-BE49-F238E27FC236}">
                <a16:creationId xmlns:a16="http://schemas.microsoft.com/office/drawing/2014/main" id="{2A72B1B5-E2B6-B04E-8156-F1A5BE8B772B}"/>
              </a:ext>
            </a:extLst>
          </p:cNvPr>
          <p:cNvSpPr>
            <a:spLocks noGrp="1" noChangeAspect="1"/>
          </p:cNvSpPr>
          <p:nvPr>
            <p:ph type="pic" sz="quarter" idx="13"/>
          </p:nvPr>
        </p:nvSpPr>
        <p:spPr>
          <a:xfrm>
            <a:off x="422226"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9" name="Text Placeholder 2">
            <a:extLst>
              <a:ext uri="{FF2B5EF4-FFF2-40B4-BE49-F238E27FC236}">
                <a16:creationId xmlns:a16="http://schemas.microsoft.com/office/drawing/2014/main" id="{74E7F2DE-2C36-FF49-B781-64ED3F5331C1}"/>
              </a:ext>
            </a:extLst>
          </p:cNvPr>
          <p:cNvSpPr>
            <a:spLocks noGrp="1"/>
          </p:cNvSpPr>
          <p:nvPr>
            <p:ph type="body" sz="quarter" idx="17"/>
          </p:nvPr>
        </p:nvSpPr>
        <p:spPr>
          <a:xfrm>
            <a:off x="1814500" y="1592262"/>
            <a:ext cx="3568714" cy="4176713"/>
          </a:xfrm>
        </p:spPr>
        <p:txBody>
          <a:bodyPr>
            <a:normAutofit/>
          </a:bodyPr>
          <a:lstStyle>
            <a:lvl1pPr>
              <a:defRPr sz="1400"/>
            </a:lvl1pPr>
          </a:lstStyle>
          <a:p>
            <a:pPr lvl="0"/>
            <a:r>
              <a:rPr lang="en-US"/>
              <a:t>Click to edit Master text styles</a:t>
            </a:r>
          </a:p>
        </p:txBody>
      </p:sp>
      <p:sp>
        <p:nvSpPr>
          <p:cNvPr id="31" name="Picture Placeholder 2">
            <a:extLst>
              <a:ext uri="{FF2B5EF4-FFF2-40B4-BE49-F238E27FC236}">
                <a16:creationId xmlns:a16="http://schemas.microsoft.com/office/drawing/2014/main" id="{F1EFE7AC-6C50-8A4D-B3B2-950CFD780090}"/>
              </a:ext>
            </a:extLst>
          </p:cNvPr>
          <p:cNvSpPr>
            <a:spLocks noGrp="1" noChangeAspect="1"/>
          </p:cNvSpPr>
          <p:nvPr>
            <p:ph type="pic" sz="quarter" idx="18"/>
          </p:nvPr>
        </p:nvSpPr>
        <p:spPr>
          <a:xfrm>
            <a:off x="6428005"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32" name="Text Placeholder 2">
            <a:extLst>
              <a:ext uri="{FF2B5EF4-FFF2-40B4-BE49-F238E27FC236}">
                <a16:creationId xmlns:a16="http://schemas.microsoft.com/office/drawing/2014/main" id="{DA1B9E1F-8070-8D48-B0BC-EA29EBA10AC1}"/>
              </a:ext>
            </a:extLst>
          </p:cNvPr>
          <p:cNvSpPr>
            <a:spLocks noGrp="1"/>
          </p:cNvSpPr>
          <p:nvPr>
            <p:ph type="body" sz="quarter" idx="19"/>
          </p:nvPr>
        </p:nvSpPr>
        <p:spPr>
          <a:xfrm>
            <a:off x="7820279" y="1592263"/>
            <a:ext cx="3568714" cy="4176712"/>
          </a:xfrm>
        </p:spPr>
        <p:txBody>
          <a:bodyPr>
            <a:normAutofit/>
          </a:bodyPr>
          <a:lstStyle>
            <a:lvl1pPr>
              <a:defRPr sz="1400"/>
            </a:lvl1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21DAE1E5-D274-F74E-B2FC-240B88603360}"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2" name="Straight Connector 11">
            <a:extLst>
              <a:ext uri="{FF2B5EF4-FFF2-40B4-BE49-F238E27FC236}">
                <a16:creationId xmlns:a16="http://schemas.microsoft.com/office/drawing/2014/main" id="{368607F3-C9B1-4040-8573-461C27317DCD}"/>
              </a:ext>
            </a:extLst>
          </p:cNvPr>
          <p:cNvCxnSpPr>
            <a:cxnSpLocks/>
          </p:cNvCxnSpPr>
          <p:nvPr userDrawn="1"/>
        </p:nvCxnSpPr>
        <p:spPr>
          <a:xfrm>
            <a:off x="6096000" y="1592263"/>
            <a:ext cx="0" cy="41767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2388171"/>
      </p:ext>
    </p:extLst>
  </p:cSld>
  <p:clrMapOvr>
    <a:masterClrMapping/>
  </p:clrMapOvr>
  <p:extLst>
    <p:ext uri="{DCECCB84-F9BA-43D5-87BE-67443E8EF086}">
      <p15:sldGuideLst xmlns:p15="http://schemas.microsoft.com/office/powerpoint/2012/main">
        <p15:guide id="1" pos="3636">
          <p15:clr>
            <a:srgbClr val="FBAE40"/>
          </p15:clr>
        </p15:guide>
        <p15:guide id="2" pos="4044">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mages with Descriptions -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B6519-0532-7C4B-9FA9-9D0D9DD2FA19}"/>
              </a:ext>
            </a:extLst>
          </p:cNvPr>
          <p:cNvSpPr>
            <a:spLocks noGrp="1"/>
          </p:cNvSpPr>
          <p:nvPr>
            <p:ph type="title"/>
          </p:nvPr>
        </p:nvSpPr>
        <p:spPr/>
        <p:txBody>
          <a:bodyPr/>
          <a:lstStyle/>
          <a:p>
            <a:r>
              <a:rPr lang="en-US"/>
              <a:t>Click to edit Master title style</a:t>
            </a:r>
            <a:endParaRPr lang="en-CA"/>
          </a:p>
        </p:txBody>
      </p:sp>
      <p:sp>
        <p:nvSpPr>
          <p:cNvPr id="12" name="Picture Placeholder 2">
            <a:extLst>
              <a:ext uri="{FF2B5EF4-FFF2-40B4-BE49-F238E27FC236}">
                <a16:creationId xmlns:a16="http://schemas.microsoft.com/office/drawing/2014/main" id="{D6C5A4BB-3493-2242-919E-B698F5468C07}"/>
              </a:ext>
            </a:extLst>
          </p:cNvPr>
          <p:cNvSpPr>
            <a:spLocks noGrp="1" noChangeAspect="1"/>
          </p:cNvSpPr>
          <p:nvPr>
            <p:ph type="pic" sz="quarter" idx="13"/>
          </p:nvPr>
        </p:nvSpPr>
        <p:spPr>
          <a:xfrm>
            <a:off x="893653"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7" name="Content Placeholder 2">
            <a:extLst>
              <a:ext uri="{FF2B5EF4-FFF2-40B4-BE49-F238E27FC236}">
                <a16:creationId xmlns:a16="http://schemas.microsoft.com/office/drawing/2014/main" id="{9F8A2164-E63F-5F43-8F4A-BEE870E94F72}"/>
              </a:ext>
            </a:extLst>
          </p:cNvPr>
          <p:cNvSpPr>
            <a:spLocks noGrp="1"/>
          </p:cNvSpPr>
          <p:nvPr>
            <p:ph type="body" idx="17"/>
          </p:nvPr>
        </p:nvSpPr>
        <p:spPr>
          <a:xfrm>
            <a:off x="893653" y="2921671"/>
            <a:ext cx="2855387"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16" name="Picture Placeholder 2">
            <a:extLst>
              <a:ext uri="{FF2B5EF4-FFF2-40B4-BE49-F238E27FC236}">
                <a16:creationId xmlns:a16="http://schemas.microsoft.com/office/drawing/2014/main" id="{B3626523-D401-574F-ABBC-A53AB583C5B3}"/>
              </a:ext>
            </a:extLst>
          </p:cNvPr>
          <p:cNvSpPr>
            <a:spLocks noGrp="1" noChangeAspect="1"/>
          </p:cNvSpPr>
          <p:nvPr>
            <p:ph type="pic" sz="quarter" idx="23"/>
          </p:nvPr>
        </p:nvSpPr>
        <p:spPr>
          <a:xfrm>
            <a:off x="4434620"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15" name="Content Placeholder 2">
            <a:extLst>
              <a:ext uri="{FF2B5EF4-FFF2-40B4-BE49-F238E27FC236}">
                <a16:creationId xmlns:a16="http://schemas.microsoft.com/office/drawing/2014/main" id="{5C6784AB-34D5-1149-80A6-0894445D8A44}"/>
              </a:ext>
            </a:extLst>
          </p:cNvPr>
          <p:cNvSpPr>
            <a:spLocks noGrp="1"/>
          </p:cNvSpPr>
          <p:nvPr>
            <p:ph type="body" idx="22"/>
          </p:nvPr>
        </p:nvSpPr>
        <p:spPr>
          <a:xfrm>
            <a:off x="4440238" y="2921671"/>
            <a:ext cx="2849769"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18" name="Picture Placeholder 2">
            <a:extLst>
              <a:ext uri="{FF2B5EF4-FFF2-40B4-BE49-F238E27FC236}">
                <a16:creationId xmlns:a16="http://schemas.microsoft.com/office/drawing/2014/main" id="{C507C210-106E-F54C-A9C9-B68D9AD82693}"/>
              </a:ext>
            </a:extLst>
          </p:cNvPr>
          <p:cNvSpPr>
            <a:spLocks noGrp="1" noChangeAspect="1"/>
          </p:cNvSpPr>
          <p:nvPr>
            <p:ph type="pic" sz="quarter" idx="25"/>
          </p:nvPr>
        </p:nvSpPr>
        <p:spPr>
          <a:xfrm>
            <a:off x="7975587" y="1592263"/>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17" name="Content Placeholder 2">
            <a:extLst>
              <a:ext uri="{FF2B5EF4-FFF2-40B4-BE49-F238E27FC236}">
                <a16:creationId xmlns:a16="http://schemas.microsoft.com/office/drawing/2014/main" id="{FE04915A-9863-374E-BCFE-0C1BD5F1572A}"/>
              </a:ext>
            </a:extLst>
          </p:cNvPr>
          <p:cNvSpPr>
            <a:spLocks noGrp="1"/>
          </p:cNvSpPr>
          <p:nvPr>
            <p:ph type="body" idx="24"/>
          </p:nvPr>
        </p:nvSpPr>
        <p:spPr>
          <a:xfrm>
            <a:off x="7975587" y="2921671"/>
            <a:ext cx="2855387" cy="2847304"/>
          </a:xfrm>
        </p:spPr>
        <p:txBody>
          <a:bodyPr/>
          <a:lstStyle>
            <a:lvl1pPr marL="0" indent="0">
              <a:spcBef>
                <a:spcPts val="1600"/>
              </a:spcBef>
              <a:buNone/>
              <a:defRPr sz="1400"/>
            </a:lvl1pPr>
            <a:lvl2pPr>
              <a:defRPr sz="1200"/>
            </a:lvl2pPr>
            <a:lvl3pPr>
              <a:defRPr sz="1200"/>
            </a:lvl3pPr>
            <a:lvl4pPr>
              <a:defRPr sz="1200"/>
            </a:lvl4pPr>
            <a:lvl5pPr>
              <a:defRPr sz="1200"/>
            </a:lvl5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5CE84035-3A00-6B4E-8415-5CD67CC21364}"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3" name="Straight Connector 12">
            <a:extLst>
              <a:ext uri="{FF2B5EF4-FFF2-40B4-BE49-F238E27FC236}">
                <a16:creationId xmlns:a16="http://schemas.microsoft.com/office/drawing/2014/main" id="{71C2FD06-AE26-2C49-BFDD-3DF837CD9E80}"/>
              </a:ext>
            </a:extLst>
          </p:cNvPr>
          <p:cNvCxnSpPr>
            <a:cxnSpLocks/>
          </p:cNvCxnSpPr>
          <p:nvPr userDrawn="1"/>
        </p:nvCxnSpPr>
        <p:spPr>
          <a:xfrm>
            <a:off x="4099380" y="2996317"/>
            <a:ext cx="0" cy="27726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E25E761-B6DF-E645-8C12-5A6334505C57}"/>
              </a:ext>
            </a:extLst>
          </p:cNvPr>
          <p:cNvCxnSpPr>
            <a:cxnSpLocks/>
          </p:cNvCxnSpPr>
          <p:nvPr userDrawn="1"/>
        </p:nvCxnSpPr>
        <p:spPr>
          <a:xfrm>
            <a:off x="7633533" y="2996317"/>
            <a:ext cx="0" cy="27726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2663250"/>
      </p:ext>
    </p:extLst>
  </p:cSld>
  <p:clrMapOvr>
    <a:masterClrMapping/>
  </p:clrMapOvr>
  <p:extLst>
    <p:ext uri="{DCECCB84-F9BA-43D5-87BE-67443E8EF086}">
      <p15:sldGuideLst xmlns:p15="http://schemas.microsoft.com/office/powerpoint/2012/main">
        <p15:guide id="1" pos="7106">
          <p15:clr>
            <a:srgbClr val="FBAE40"/>
          </p15:clr>
        </p15:guide>
        <p15:guide id="2" pos="2366">
          <p15:clr>
            <a:srgbClr val="FBAE40"/>
          </p15:clr>
        </p15:guide>
        <p15:guide id="3" pos="2797" userDrawn="1">
          <p15:clr>
            <a:srgbClr val="FBAE40"/>
          </p15:clr>
        </p15:guide>
        <p15:guide id="4" pos="5019">
          <p15:clr>
            <a:srgbClr val="FBAE40"/>
          </p15:clr>
        </p15:guide>
        <p15:guide id="5" pos="4588"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mages with Descriptions - 4">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9851FA4-8589-564C-8B4D-21B4242F71A7}"/>
              </a:ext>
            </a:extLst>
          </p:cNvPr>
          <p:cNvSpPr>
            <a:spLocks noGrp="1"/>
          </p:cNvSpPr>
          <p:nvPr>
            <p:ph type="title"/>
          </p:nvPr>
        </p:nvSpPr>
        <p:spPr/>
        <p:txBody>
          <a:bodyPr/>
          <a:lstStyle/>
          <a:p>
            <a:r>
              <a:rPr lang="en-US"/>
              <a:t>Click to edit Master title style</a:t>
            </a:r>
            <a:endParaRPr lang="en-CA"/>
          </a:p>
        </p:txBody>
      </p:sp>
      <p:sp>
        <p:nvSpPr>
          <p:cNvPr id="19" name="Picture Placeholder 2">
            <a:extLst>
              <a:ext uri="{FF2B5EF4-FFF2-40B4-BE49-F238E27FC236}">
                <a16:creationId xmlns:a16="http://schemas.microsoft.com/office/drawing/2014/main" id="{136496C0-1BFE-CE4D-9200-2CC0E910138C}"/>
              </a:ext>
            </a:extLst>
          </p:cNvPr>
          <p:cNvSpPr>
            <a:spLocks noGrp="1" noChangeAspect="1"/>
          </p:cNvSpPr>
          <p:nvPr>
            <p:ph type="pic" sz="quarter" idx="23"/>
          </p:nvPr>
        </p:nvSpPr>
        <p:spPr>
          <a:xfrm>
            <a:off x="893653" y="1593274"/>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4" name="Text Placeholder 16">
            <a:extLst>
              <a:ext uri="{FF2B5EF4-FFF2-40B4-BE49-F238E27FC236}">
                <a16:creationId xmlns:a16="http://schemas.microsoft.com/office/drawing/2014/main" id="{5DAFEBCF-49E1-614A-80CF-86DA431900B6}"/>
              </a:ext>
            </a:extLst>
          </p:cNvPr>
          <p:cNvSpPr>
            <a:spLocks noGrp="1"/>
          </p:cNvSpPr>
          <p:nvPr>
            <p:ph type="body" sz="quarter" idx="25"/>
          </p:nvPr>
        </p:nvSpPr>
        <p:spPr>
          <a:xfrm>
            <a:off x="2285928" y="1603663"/>
            <a:ext cx="3396416" cy="1751090"/>
          </a:xfrm>
        </p:spPr>
        <p:txBody>
          <a:bodyPr>
            <a:normAutofit/>
          </a:bodyPr>
          <a:lstStyle>
            <a:lvl1pPr marL="0" indent="0">
              <a:buNone/>
              <a:defRPr sz="1400"/>
            </a:lvl1pPr>
          </a:lstStyle>
          <a:p>
            <a:pPr lvl="0"/>
            <a:r>
              <a:rPr lang="en-US"/>
              <a:t>Click to edit Master text styles</a:t>
            </a:r>
          </a:p>
        </p:txBody>
      </p:sp>
      <p:sp>
        <p:nvSpPr>
          <p:cNvPr id="23" name="Picture Placeholder 2">
            <a:extLst>
              <a:ext uri="{FF2B5EF4-FFF2-40B4-BE49-F238E27FC236}">
                <a16:creationId xmlns:a16="http://schemas.microsoft.com/office/drawing/2014/main" id="{8A6C41E9-E75F-AA41-809E-FB420CBF4FC7}"/>
              </a:ext>
            </a:extLst>
          </p:cNvPr>
          <p:cNvSpPr>
            <a:spLocks noGrp="1" noChangeAspect="1"/>
          </p:cNvSpPr>
          <p:nvPr>
            <p:ph type="pic" sz="quarter" idx="24"/>
          </p:nvPr>
        </p:nvSpPr>
        <p:spPr>
          <a:xfrm>
            <a:off x="6426706" y="1593274"/>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5" name="Text Placeholder 16">
            <a:extLst>
              <a:ext uri="{FF2B5EF4-FFF2-40B4-BE49-F238E27FC236}">
                <a16:creationId xmlns:a16="http://schemas.microsoft.com/office/drawing/2014/main" id="{BBFF9FBA-DD88-1141-8BB3-4F4C207F31FC}"/>
              </a:ext>
            </a:extLst>
          </p:cNvPr>
          <p:cNvSpPr>
            <a:spLocks noGrp="1"/>
          </p:cNvSpPr>
          <p:nvPr>
            <p:ph type="body" sz="quarter" idx="26"/>
          </p:nvPr>
        </p:nvSpPr>
        <p:spPr>
          <a:xfrm>
            <a:off x="7818981" y="1591731"/>
            <a:ext cx="3396416" cy="1751090"/>
          </a:xfrm>
        </p:spPr>
        <p:txBody>
          <a:bodyPr>
            <a:normAutofit/>
          </a:bodyPr>
          <a:lstStyle>
            <a:lvl1pPr marL="0" indent="0">
              <a:buNone/>
              <a:defRPr sz="1400"/>
            </a:lvl1pPr>
          </a:lstStyle>
          <a:p>
            <a:pPr lvl="0"/>
            <a:r>
              <a:rPr lang="en-US"/>
              <a:t>Click to edit Master text styles</a:t>
            </a:r>
          </a:p>
        </p:txBody>
      </p:sp>
      <p:sp>
        <p:nvSpPr>
          <p:cNvPr id="16" name="Picture Placeholder 2">
            <a:extLst>
              <a:ext uri="{FF2B5EF4-FFF2-40B4-BE49-F238E27FC236}">
                <a16:creationId xmlns:a16="http://schemas.microsoft.com/office/drawing/2014/main" id="{99381994-618A-3C44-8618-AABB14F1506F}"/>
              </a:ext>
            </a:extLst>
          </p:cNvPr>
          <p:cNvSpPr>
            <a:spLocks noGrp="1" noChangeAspect="1"/>
          </p:cNvSpPr>
          <p:nvPr>
            <p:ph type="pic" sz="quarter" idx="17"/>
          </p:nvPr>
        </p:nvSpPr>
        <p:spPr>
          <a:xfrm>
            <a:off x="893653" y="4003260"/>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1" name="Text Placeholder 16">
            <a:extLst>
              <a:ext uri="{FF2B5EF4-FFF2-40B4-BE49-F238E27FC236}">
                <a16:creationId xmlns:a16="http://schemas.microsoft.com/office/drawing/2014/main" id="{B972DB0D-D400-5848-9A57-7EFD02099860}"/>
              </a:ext>
            </a:extLst>
          </p:cNvPr>
          <p:cNvSpPr>
            <a:spLocks noGrp="1"/>
          </p:cNvSpPr>
          <p:nvPr>
            <p:ph type="body" sz="quarter" idx="21"/>
          </p:nvPr>
        </p:nvSpPr>
        <p:spPr>
          <a:xfrm>
            <a:off x="2285928" y="4013649"/>
            <a:ext cx="3396416" cy="1751090"/>
          </a:xfrm>
        </p:spPr>
        <p:txBody>
          <a:bodyPr>
            <a:normAutofit/>
          </a:bodyPr>
          <a:lstStyle>
            <a:lvl1pPr marL="0" indent="0">
              <a:buNone/>
              <a:defRPr sz="1400"/>
            </a:lvl1pPr>
          </a:lstStyle>
          <a:p>
            <a:pPr lvl="0"/>
            <a:r>
              <a:rPr lang="en-US"/>
              <a:t>Click to edit Master text styles</a:t>
            </a:r>
          </a:p>
        </p:txBody>
      </p:sp>
      <p:sp>
        <p:nvSpPr>
          <p:cNvPr id="18" name="Picture Placeholder 2">
            <a:extLst>
              <a:ext uri="{FF2B5EF4-FFF2-40B4-BE49-F238E27FC236}">
                <a16:creationId xmlns:a16="http://schemas.microsoft.com/office/drawing/2014/main" id="{304CEAB8-9EEB-214D-8C2F-EC98B2FCD0C0}"/>
              </a:ext>
            </a:extLst>
          </p:cNvPr>
          <p:cNvSpPr>
            <a:spLocks noGrp="1" noChangeAspect="1"/>
          </p:cNvSpPr>
          <p:nvPr>
            <p:ph type="pic" sz="quarter" idx="19"/>
          </p:nvPr>
        </p:nvSpPr>
        <p:spPr>
          <a:xfrm>
            <a:off x="6426706" y="4003260"/>
            <a:ext cx="1137600" cy="1137600"/>
          </a:xfrm>
          <a:prstGeom prst="ellipse">
            <a:avLst/>
          </a:prstGeom>
        </p:spPr>
        <p:txBody>
          <a:bodyPr anchor="ctr" anchorCtr="0">
            <a:normAutofit/>
          </a:bodyPr>
          <a:lstStyle>
            <a:lvl1pPr marL="0" indent="0" algn="ctr">
              <a:buNone/>
              <a:defRPr sz="1000"/>
            </a:lvl1pPr>
          </a:lstStyle>
          <a:p>
            <a:r>
              <a:rPr lang="en-US"/>
              <a:t>Click icon to add picture</a:t>
            </a:r>
            <a:endParaRPr lang="en-CA"/>
          </a:p>
        </p:txBody>
      </p:sp>
      <p:sp>
        <p:nvSpPr>
          <p:cNvPr id="22" name="Text Placeholder 16">
            <a:extLst>
              <a:ext uri="{FF2B5EF4-FFF2-40B4-BE49-F238E27FC236}">
                <a16:creationId xmlns:a16="http://schemas.microsoft.com/office/drawing/2014/main" id="{8207CBAE-5643-1B43-87D2-81EC2D696AF5}"/>
              </a:ext>
            </a:extLst>
          </p:cNvPr>
          <p:cNvSpPr>
            <a:spLocks noGrp="1"/>
          </p:cNvSpPr>
          <p:nvPr>
            <p:ph type="body" sz="quarter" idx="22"/>
          </p:nvPr>
        </p:nvSpPr>
        <p:spPr>
          <a:xfrm>
            <a:off x="7818981" y="4001717"/>
            <a:ext cx="3396416" cy="1751090"/>
          </a:xfrm>
        </p:spPr>
        <p:txBody>
          <a:bodyPr>
            <a:normAutofit/>
          </a:bodyPr>
          <a:lstStyle>
            <a:lvl1pPr marL="0" indent="0">
              <a:buNone/>
              <a:defRPr sz="1400"/>
            </a:lvl1pPr>
          </a:lstStyle>
          <a:p>
            <a:pPr lvl="0"/>
            <a:r>
              <a:rPr lang="en-US"/>
              <a:t>Click to edit Master text styles</a:t>
            </a:r>
          </a:p>
        </p:txBody>
      </p:sp>
      <p:sp>
        <p:nvSpPr>
          <p:cNvPr id="9" name="Date Placeholder 8">
            <a:extLst>
              <a:ext uri="{FF2B5EF4-FFF2-40B4-BE49-F238E27FC236}">
                <a16:creationId xmlns:a16="http://schemas.microsoft.com/office/drawing/2014/main" id="{0E27AD58-EFA1-834E-88C4-84A7D988F882}"/>
              </a:ext>
            </a:extLst>
          </p:cNvPr>
          <p:cNvSpPr>
            <a:spLocks noGrp="1"/>
          </p:cNvSpPr>
          <p:nvPr>
            <p:ph type="dt" sz="half" idx="10"/>
          </p:nvPr>
        </p:nvSpPr>
        <p:spPr/>
        <p:txBody>
          <a:bodyPr/>
          <a:lstStyle/>
          <a:p>
            <a:fld id="{A4A1BE50-3C46-434A-860D-C27D87407209}" type="datetime1">
              <a:rPr lang="en-CA" smtClean="0"/>
              <a:t>2026-06-08</a:t>
            </a:fld>
            <a:endParaRPr lang="en-CA"/>
          </a:p>
        </p:txBody>
      </p:sp>
      <p:sp>
        <p:nvSpPr>
          <p:cNvPr id="10" name="Footer Placeholder 9">
            <a:extLst>
              <a:ext uri="{FF2B5EF4-FFF2-40B4-BE49-F238E27FC236}">
                <a16:creationId xmlns:a16="http://schemas.microsoft.com/office/drawing/2014/main" id="{555A59F2-FBBD-D14D-A6E2-DA0D1A0A7DDB}"/>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B68B3244-C4A8-0648-9AFE-DE797FB7A959}"/>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4" name="Straight Connector 13">
            <a:extLst>
              <a:ext uri="{FF2B5EF4-FFF2-40B4-BE49-F238E27FC236}">
                <a16:creationId xmlns:a16="http://schemas.microsoft.com/office/drawing/2014/main" id="{3B49D52E-6E64-424D-9315-C95FA7737A28}"/>
              </a:ext>
            </a:extLst>
          </p:cNvPr>
          <p:cNvCxnSpPr>
            <a:cxnSpLocks/>
          </p:cNvCxnSpPr>
          <p:nvPr userDrawn="1"/>
        </p:nvCxnSpPr>
        <p:spPr>
          <a:xfrm>
            <a:off x="774503" y="3695202"/>
            <a:ext cx="1064299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D1E9422-46C3-734C-A068-7F81B94FDCED}"/>
              </a:ext>
            </a:extLst>
          </p:cNvPr>
          <p:cNvCxnSpPr>
            <a:cxnSpLocks/>
          </p:cNvCxnSpPr>
          <p:nvPr userDrawn="1"/>
        </p:nvCxnSpPr>
        <p:spPr>
          <a:xfrm>
            <a:off x="6096000" y="1592263"/>
            <a:ext cx="0" cy="417247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685300"/>
      </p:ext>
    </p:extLst>
  </p:cSld>
  <p:clrMapOvr>
    <a:masterClrMapping/>
  </p:clrMapOvr>
  <p:extLst>
    <p:ext uri="{DCECCB84-F9BA-43D5-87BE-67443E8EF086}">
      <p15:sldGuideLst xmlns:p15="http://schemas.microsoft.com/office/powerpoint/2012/main">
        <p15:guide id="1" pos="3636">
          <p15:clr>
            <a:srgbClr val="FBAE40"/>
          </p15:clr>
        </p15:guide>
        <p15:guide id="2" pos="404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 with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2EA5C6-B6D6-8F49-A809-D550B8736FBB}"/>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DC18DA6C-C939-9546-A4D3-4B92C47C894A}"/>
              </a:ext>
            </a:extLst>
          </p:cNvPr>
          <p:cNvSpPr>
            <a:spLocks noGrp="1"/>
          </p:cNvSpPr>
          <p:nvPr>
            <p:ph idx="1"/>
          </p:nvPr>
        </p:nvSpPr>
        <p:spPr>
          <a:xfrm>
            <a:off x="381000" y="1592263"/>
            <a:ext cx="6429371" cy="4176711"/>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5" name="Picture Placeholder 2">
            <a:extLst>
              <a:ext uri="{FF2B5EF4-FFF2-40B4-BE49-F238E27FC236}">
                <a16:creationId xmlns:a16="http://schemas.microsoft.com/office/drawing/2014/main" id="{AF07C545-E8A2-214D-B8EA-9AF78FC07C66}"/>
              </a:ext>
            </a:extLst>
          </p:cNvPr>
          <p:cNvSpPr>
            <a:spLocks noGrp="1"/>
          </p:cNvSpPr>
          <p:nvPr>
            <p:ph type="pic" sz="quarter" idx="16" hasCustomPrompt="1"/>
          </p:nvPr>
        </p:nvSpPr>
        <p:spPr>
          <a:xfrm>
            <a:off x="7840654" y="1596280"/>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8774C250-6ABF-5A48-BB1A-4E56FF798463}"/>
              </a:ext>
            </a:extLst>
          </p:cNvPr>
          <p:cNvSpPr>
            <a:spLocks noGrp="1"/>
          </p:cNvSpPr>
          <p:nvPr>
            <p:ph type="body" idx="14" hasCustomPrompt="1"/>
          </p:nvPr>
        </p:nvSpPr>
        <p:spPr>
          <a:xfrm>
            <a:off x="7761326" y="2124222"/>
            <a:ext cx="3575050" cy="2598864"/>
          </a:xfrm>
        </p:spPr>
        <p:txBody>
          <a:bodyPr>
            <a:normAutofit/>
          </a:bodyPr>
          <a:lstStyle>
            <a:lvl1pPr marL="0" marR="0" indent="0" algn="l" defTabSz="914400" rtl="0" eaLnBrk="1" fontAlgn="auto" latinLnBrk="0" hangingPunct="1">
              <a:lnSpc>
                <a:spcPct val="100000"/>
              </a:lnSpc>
              <a:spcBef>
                <a:spcPts val="1600"/>
              </a:spcBef>
              <a:spcAft>
                <a:spcPts val="0"/>
              </a:spcAft>
              <a:buClrTx/>
              <a:buSzTx/>
              <a:buFont typeface="Arial" panose="020B0604020202020204" pitchFamily="34" charset="0"/>
              <a:buNone/>
              <a:tabLst/>
              <a:defRPr sz="2200" b="0" i="0">
                <a:latin typeface="Times" pitchFamily="2" charset="0"/>
              </a:defRPr>
            </a:lvl1pPr>
          </a:lstStyle>
          <a:p>
            <a:pPr marL="0" marR="0" lvl="0" indent="0" algn="l" defTabSz="914400" rtl="0" eaLnBrk="1" fontAlgn="auto" latinLnBrk="0" hangingPunct="1">
              <a:lnSpc>
                <a:spcPct val="100000"/>
              </a:lnSpc>
              <a:spcBef>
                <a:spcPts val="1600"/>
              </a:spcBef>
              <a:spcAft>
                <a:spcPts val="0"/>
              </a:spcAft>
              <a:buClrTx/>
              <a:buSzTx/>
              <a:buFont typeface="Arial" panose="020B0604020202020204" pitchFamily="34" charset="0"/>
              <a:buNone/>
              <a:tabLst/>
              <a:defRPr/>
            </a:pPr>
            <a:r>
              <a:rPr lang="en-CA"/>
              <a:t>Click to add quote text</a:t>
            </a:r>
          </a:p>
        </p:txBody>
      </p:sp>
      <p:sp>
        <p:nvSpPr>
          <p:cNvPr id="12" name="Picture Placeholder 2">
            <a:extLst>
              <a:ext uri="{FF2B5EF4-FFF2-40B4-BE49-F238E27FC236}">
                <a16:creationId xmlns:a16="http://schemas.microsoft.com/office/drawing/2014/main" id="{91E674F5-064B-E443-8C56-1A475A6506A2}"/>
              </a:ext>
            </a:extLst>
          </p:cNvPr>
          <p:cNvSpPr>
            <a:spLocks noGrp="1" noChangeAspect="1"/>
          </p:cNvSpPr>
          <p:nvPr>
            <p:ph type="pic" sz="quarter" idx="13" hasCustomPrompt="1"/>
          </p:nvPr>
        </p:nvSpPr>
        <p:spPr>
          <a:xfrm>
            <a:off x="7818016" y="488819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3" name="Text Placeholder 4">
            <a:extLst>
              <a:ext uri="{FF2B5EF4-FFF2-40B4-BE49-F238E27FC236}">
                <a16:creationId xmlns:a16="http://schemas.microsoft.com/office/drawing/2014/main" id="{C8D13537-522E-8546-9470-90870D36AA66}"/>
              </a:ext>
            </a:extLst>
          </p:cNvPr>
          <p:cNvSpPr>
            <a:spLocks noGrp="1"/>
          </p:cNvSpPr>
          <p:nvPr>
            <p:ph type="body" sz="quarter" idx="15" hasCustomPrompt="1"/>
          </p:nvPr>
        </p:nvSpPr>
        <p:spPr>
          <a:xfrm>
            <a:off x="8772314" y="5077459"/>
            <a:ext cx="256406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945AD138-30AA-0A47-B8AD-167AED96891C}"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4" name="Straight Connector 13">
            <a:extLst>
              <a:ext uri="{FF2B5EF4-FFF2-40B4-BE49-F238E27FC236}">
                <a16:creationId xmlns:a16="http://schemas.microsoft.com/office/drawing/2014/main" id="{D1BCEB1A-B3C9-B94C-964C-8D029A6DC9D7}"/>
              </a:ext>
            </a:extLst>
          </p:cNvPr>
          <p:cNvCxnSpPr>
            <a:cxnSpLocks/>
          </p:cNvCxnSpPr>
          <p:nvPr userDrawn="1"/>
        </p:nvCxnSpPr>
        <p:spPr>
          <a:xfrm>
            <a:off x="7524750" y="1592264"/>
            <a:ext cx="0" cy="41767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407383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tent, Subhead with 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FCD27-8C18-9747-95A9-63502B6FA4C0}"/>
              </a:ext>
            </a:extLst>
          </p:cNvPr>
          <p:cNvSpPr>
            <a:spLocks noGrp="1"/>
          </p:cNvSpPr>
          <p:nvPr>
            <p:ph type="title"/>
          </p:nvPr>
        </p:nvSpPr>
        <p:spPr/>
        <p:txBody>
          <a:bodyPr/>
          <a:lstStyle/>
          <a:p>
            <a:r>
              <a:rPr lang="en-US"/>
              <a:t>Click to edit Master title style</a:t>
            </a:r>
            <a:endParaRPr lang="en-CA"/>
          </a:p>
        </p:txBody>
      </p:sp>
      <p:sp>
        <p:nvSpPr>
          <p:cNvPr id="13" name="Text Placeholder 5">
            <a:extLst>
              <a:ext uri="{FF2B5EF4-FFF2-40B4-BE49-F238E27FC236}">
                <a16:creationId xmlns:a16="http://schemas.microsoft.com/office/drawing/2014/main" id="{2F561D16-DC5D-0F47-897D-2EA7DB066575}"/>
              </a:ext>
            </a:extLst>
          </p:cNvPr>
          <p:cNvSpPr>
            <a:spLocks noGrp="1"/>
          </p:cNvSpPr>
          <p:nvPr>
            <p:ph type="body" sz="quarter" idx="14"/>
          </p:nvPr>
        </p:nvSpPr>
        <p:spPr>
          <a:xfrm>
            <a:off x="381000" y="1592263"/>
            <a:ext cx="6429375" cy="377144"/>
          </a:xfrm>
        </p:spPr>
        <p:txBody>
          <a:bodyPr/>
          <a:lstStyle>
            <a:lvl1pPr marL="0" indent="0">
              <a:buNone/>
              <a:defRPr b="1">
                <a:solidFill>
                  <a:schemeClr val="accent5"/>
                </a:solidFill>
              </a:defRPr>
            </a:lvl1pPr>
            <a:lvl2pPr marL="457200" indent="0">
              <a:buNone/>
              <a:defRPr/>
            </a:lvl2pPr>
          </a:lstStyle>
          <a:p>
            <a:pPr lvl="0"/>
            <a:r>
              <a:rPr lang="en-US"/>
              <a:t>Click to edit Master text styles</a:t>
            </a:r>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idx="1"/>
          </p:nvPr>
        </p:nvSpPr>
        <p:spPr>
          <a:xfrm>
            <a:off x="381000" y="2145967"/>
            <a:ext cx="6429375" cy="3623008"/>
          </a:xfrm>
        </p:spPr>
        <p:txBody>
          <a:bodyPr/>
          <a:lstStyle>
            <a:lvl1pPr>
              <a:spcBef>
                <a:spcPts val="16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20" name="Picture Placeholder 2">
            <a:extLst>
              <a:ext uri="{FF2B5EF4-FFF2-40B4-BE49-F238E27FC236}">
                <a16:creationId xmlns:a16="http://schemas.microsoft.com/office/drawing/2014/main" id="{8557193E-D5A9-FA49-A4C2-C6B4E15CAC04}"/>
              </a:ext>
            </a:extLst>
          </p:cNvPr>
          <p:cNvSpPr>
            <a:spLocks noGrp="1"/>
          </p:cNvSpPr>
          <p:nvPr>
            <p:ph type="pic" sz="quarter" idx="16" hasCustomPrompt="1"/>
          </p:nvPr>
        </p:nvSpPr>
        <p:spPr>
          <a:xfrm>
            <a:off x="7840654" y="1596280"/>
            <a:ext cx="635047" cy="429087"/>
          </a:xfrm>
        </p:spPr>
        <p:txBody>
          <a:bodyPr wrap="square" anchor="ctr">
            <a:noAutofit/>
          </a:bodyPr>
          <a:lstStyle>
            <a:lvl1pPr marL="0" indent="0">
              <a:buNone/>
              <a:defRPr sz="600"/>
            </a:lvl1pPr>
          </a:lstStyle>
          <a:p>
            <a:r>
              <a:rPr lang="en-CA"/>
              <a:t>Add quote graphic here</a:t>
            </a:r>
          </a:p>
        </p:txBody>
      </p:sp>
      <p:sp>
        <p:nvSpPr>
          <p:cNvPr id="21" name="Content Placeholder 2">
            <a:extLst>
              <a:ext uri="{FF2B5EF4-FFF2-40B4-BE49-F238E27FC236}">
                <a16:creationId xmlns:a16="http://schemas.microsoft.com/office/drawing/2014/main" id="{B68C4A1E-2A3E-B54A-9B93-C3517E010AE7}"/>
              </a:ext>
            </a:extLst>
          </p:cNvPr>
          <p:cNvSpPr>
            <a:spLocks noGrp="1"/>
          </p:cNvSpPr>
          <p:nvPr>
            <p:ph type="body" idx="17" hasCustomPrompt="1"/>
          </p:nvPr>
        </p:nvSpPr>
        <p:spPr>
          <a:xfrm>
            <a:off x="7761326" y="2124222"/>
            <a:ext cx="3575050" cy="2598864"/>
          </a:xfrm>
        </p:spPr>
        <p:txBody>
          <a:bodyPr>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22" name="Picture Placeholder 2">
            <a:extLst>
              <a:ext uri="{FF2B5EF4-FFF2-40B4-BE49-F238E27FC236}">
                <a16:creationId xmlns:a16="http://schemas.microsoft.com/office/drawing/2014/main" id="{8AE9CCAC-0C72-8248-A5D1-62CA8FEABECC}"/>
              </a:ext>
            </a:extLst>
          </p:cNvPr>
          <p:cNvSpPr>
            <a:spLocks noGrp="1" noChangeAspect="1"/>
          </p:cNvSpPr>
          <p:nvPr>
            <p:ph type="pic" sz="quarter" idx="13" hasCustomPrompt="1"/>
          </p:nvPr>
        </p:nvSpPr>
        <p:spPr>
          <a:xfrm>
            <a:off x="7818016" y="488819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23" name="Text Placeholder 4">
            <a:extLst>
              <a:ext uri="{FF2B5EF4-FFF2-40B4-BE49-F238E27FC236}">
                <a16:creationId xmlns:a16="http://schemas.microsoft.com/office/drawing/2014/main" id="{9980DE37-E068-5C4A-B802-DF0BDF99AF48}"/>
              </a:ext>
            </a:extLst>
          </p:cNvPr>
          <p:cNvSpPr>
            <a:spLocks noGrp="1"/>
          </p:cNvSpPr>
          <p:nvPr>
            <p:ph type="body" sz="quarter" idx="15" hasCustomPrompt="1"/>
          </p:nvPr>
        </p:nvSpPr>
        <p:spPr>
          <a:xfrm>
            <a:off x="8772314" y="5077459"/>
            <a:ext cx="256406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34990978-52AC-B046-97A0-FAFF4E4B51C4}"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cxnSp>
        <p:nvCxnSpPr>
          <p:cNvPr id="18" name="Straight Connector 17">
            <a:extLst>
              <a:ext uri="{FF2B5EF4-FFF2-40B4-BE49-F238E27FC236}">
                <a16:creationId xmlns:a16="http://schemas.microsoft.com/office/drawing/2014/main" id="{603B8325-540B-6E4F-A47E-5BE09806C54F}"/>
              </a:ext>
            </a:extLst>
          </p:cNvPr>
          <p:cNvCxnSpPr>
            <a:cxnSpLocks/>
          </p:cNvCxnSpPr>
          <p:nvPr userDrawn="1"/>
        </p:nvCxnSpPr>
        <p:spPr>
          <a:xfrm>
            <a:off x="7524750" y="1592264"/>
            <a:ext cx="0" cy="41767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01986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Quote - Photo, Gradient Overlay">
    <p:bg>
      <p:bgPr>
        <a:solidFill>
          <a:schemeClr val="bg1">
            <a:lumMod val="50000"/>
            <a:lumOff val="50000"/>
          </a:schemeClr>
        </a:solidFill>
        <a:effectLst/>
      </p:bgPr>
    </p:bg>
    <p:spTree>
      <p:nvGrpSpPr>
        <p:cNvPr id="1" name=""/>
        <p:cNvGrpSpPr/>
        <p:nvPr/>
      </p:nvGrpSpPr>
      <p:grpSpPr>
        <a:xfrm>
          <a:off x="0" y="0"/>
          <a:ext cx="0" cy="0"/>
          <a:chOff x="0" y="0"/>
          <a:chExt cx="0" cy="0"/>
        </a:xfrm>
      </p:grpSpPr>
      <p:sp>
        <p:nvSpPr>
          <p:cNvPr id="22" name="Title 21">
            <a:extLst>
              <a:ext uri="{FF2B5EF4-FFF2-40B4-BE49-F238E27FC236}">
                <a16:creationId xmlns:a16="http://schemas.microsoft.com/office/drawing/2014/main" id="{16EF4062-3E45-BE44-8031-CA76D9A4701D}"/>
              </a:ext>
            </a:extLst>
          </p:cNvPr>
          <p:cNvSpPr>
            <a:spLocks noGrp="1"/>
          </p:cNvSpPr>
          <p:nvPr>
            <p:ph type="title" hasCustomPrompt="1"/>
          </p:nvPr>
        </p:nvSpPr>
        <p:spPr>
          <a:xfrm>
            <a:off x="0" y="-527539"/>
            <a:ext cx="12192000" cy="513471"/>
          </a:xfrm>
        </p:spPr>
        <p:txBody>
          <a:bodyPr anchor="b">
            <a:noAutofit/>
          </a:bodyPr>
          <a:lstStyle>
            <a:lvl1pPr>
              <a:defRPr sz="1800">
                <a:solidFill>
                  <a:schemeClr val="bg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hasCustomPrompt="1"/>
          </p:nvPr>
        </p:nvSpPr>
        <p:spPr>
          <a:xfrm>
            <a:off x="0" y="0"/>
            <a:ext cx="12192000" cy="6858000"/>
          </a:xfrm>
        </p:spPr>
        <p:txBody>
          <a:bodyPr/>
          <a:lstStyle>
            <a:lvl1pPr marL="0" indent="0">
              <a:buNone/>
              <a:defRPr>
                <a:highlight>
                  <a:srgbClr val="FF0000"/>
                </a:highlight>
              </a:defRPr>
            </a:lvl1pPr>
          </a:lstStyle>
          <a:p>
            <a:r>
              <a:rPr lang="en-US"/>
              <a:t>To change or insert the background image, you will need to access it by first moving the gradient block that is placed over the image (this gradient helps to ensure legibility of the quote). To move the gradient block, select it and shift the position so you can click on the picture icon in the center of the slide. After inserting the image, move the gradient block back to its original position. </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0" y="0"/>
            <a:ext cx="8239125" cy="6858000"/>
          </a:xfrm>
          <a:gradFill>
            <a:gsLst>
              <a:gs pos="100000">
                <a:schemeClr val="bg1">
                  <a:alpha val="0"/>
                </a:schemeClr>
              </a:gs>
              <a:gs pos="65000">
                <a:schemeClr val="bg1">
                  <a:alpha val="46074"/>
                </a:schemeClr>
              </a:gs>
            </a:gsLst>
            <a:lin ang="0" scaled="0"/>
          </a:gra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8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8" name="Date Placeholder 3">
            <a:extLst>
              <a:ext uri="{FF2B5EF4-FFF2-40B4-BE49-F238E27FC236}">
                <a16:creationId xmlns:a16="http://schemas.microsoft.com/office/drawing/2014/main" id="{CD953424-7352-F14E-98DA-56EFE40B0553}"/>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CEBB640-AFD7-DC42-B000-990844F3B1D3}" type="datetime1">
              <a:rPr lang="en-CA" smtClean="0"/>
              <a:t>2026-06-08</a:t>
            </a:fld>
            <a:endParaRPr lang="en-CA"/>
          </a:p>
        </p:txBody>
      </p:sp>
      <p:sp>
        <p:nvSpPr>
          <p:cNvPr id="19" name="Footer Placeholder 4">
            <a:extLst>
              <a:ext uri="{FF2B5EF4-FFF2-40B4-BE49-F238E27FC236}">
                <a16:creationId xmlns:a16="http://schemas.microsoft.com/office/drawing/2014/main" id="{43657A8E-6A99-D24C-8885-D01CADD95493}"/>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20" name="Slide Number Placeholder 5">
            <a:extLst>
              <a:ext uri="{FF2B5EF4-FFF2-40B4-BE49-F238E27FC236}">
                <a16:creationId xmlns:a16="http://schemas.microsoft.com/office/drawing/2014/main" id="{775B80B7-B507-8145-8DBD-857CAFE74D8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070790087"/>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Quote - Photo, Dark Box">
    <p:bg>
      <p:bgPr>
        <a:solidFill>
          <a:schemeClr val="bg1">
            <a:lumMod val="50000"/>
            <a:lumOff val="50000"/>
          </a:schemeClr>
        </a:solidFill>
        <a:effectLst/>
      </p:bgPr>
    </p:bg>
    <p:spTree>
      <p:nvGrpSpPr>
        <p:cNvPr id="1" name=""/>
        <p:cNvGrpSpPr/>
        <p:nvPr/>
      </p:nvGrpSpPr>
      <p:grpSpPr>
        <a:xfrm>
          <a:off x="0" y="0"/>
          <a:ext cx="0" cy="0"/>
          <a:chOff x="0" y="0"/>
          <a:chExt cx="0" cy="0"/>
        </a:xfrm>
      </p:grpSpPr>
      <p:sp>
        <p:nvSpPr>
          <p:cNvPr id="14" name="Title 21">
            <a:extLst>
              <a:ext uri="{FF2B5EF4-FFF2-40B4-BE49-F238E27FC236}">
                <a16:creationId xmlns:a16="http://schemas.microsoft.com/office/drawing/2014/main" id="{42A0CCA8-0C1A-CE4E-8111-CB9CE02FC22A}"/>
              </a:ext>
            </a:extLst>
          </p:cNvPr>
          <p:cNvSpPr>
            <a:spLocks noGrp="1"/>
          </p:cNvSpPr>
          <p:nvPr>
            <p:ph type="title" hasCustomPrompt="1"/>
          </p:nvPr>
        </p:nvSpPr>
        <p:spPr>
          <a:xfrm>
            <a:off x="0" y="-527539"/>
            <a:ext cx="12192000" cy="513471"/>
          </a:xfrm>
        </p:spPr>
        <p:txBody>
          <a:bodyPr anchor="b">
            <a:noAutofit/>
          </a:bodyPr>
          <a:lstStyle>
            <a:lvl1pPr>
              <a:defRPr sz="1800">
                <a:solidFill>
                  <a:schemeClr val="bg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p:nvPr>
        </p:nvSpPr>
        <p:spPr>
          <a:xfrm>
            <a:off x="0" y="0"/>
            <a:ext cx="12192000" cy="6858000"/>
          </a:xfrm>
        </p:spPr>
        <p:txBody>
          <a:bodyPr/>
          <a:lstStyle>
            <a:lvl1pPr marL="0" indent="0">
              <a:buNone/>
              <a:defRPr/>
            </a:lvl1pPr>
          </a:lstStyle>
          <a:p>
            <a:r>
              <a:rPr lang="en-US"/>
              <a:t>Click icon to add picture</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762000" y="1417637"/>
            <a:ext cx="4316412" cy="4022726"/>
          </a:xfrm>
          <a:solidFill>
            <a:schemeClr val="accent6">
              <a:alpha val="95000"/>
            </a:schemeClr>
          </a:soli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1031866" y="1667452"/>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925550" y="2157131"/>
            <a:ext cx="3795132" cy="2266101"/>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1037060" y="442323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984378" y="4592142"/>
            <a:ext cx="280321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1" name="Date Placeholder 3">
            <a:extLst>
              <a:ext uri="{FF2B5EF4-FFF2-40B4-BE49-F238E27FC236}">
                <a16:creationId xmlns:a16="http://schemas.microsoft.com/office/drawing/2014/main" id="{A997FCAD-E718-4F4A-95DC-568DC7D15150}"/>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8612DDD5-EE66-E446-8E65-0AD134A0D8FB}" type="datetime1">
              <a:rPr lang="en-CA" smtClean="0"/>
              <a:t>2026-06-08</a:t>
            </a:fld>
            <a:endParaRPr lang="en-CA"/>
          </a:p>
        </p:txBody>
      </p:sp>
      <p:sp>
        <p:nvSpPr>
          <p:cNvPr id="12" name="Footer Placeholder 4">
            <a:extLst>
              <a:ext uri="{FF2B5EF4-FFF2-40B4-BE49-F238E27FC236}">
                <a16:creationId xmlns:a16="http://schemas.microsoft.com/office/drawing/2014/main" id="{5A2C499F-AF7C-7745-A90D-D66D3088CC09}"/>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3" name="Slide Number Placeholder 5">
            <a:extLst>
              <a:ext uri="{FF2B5EF4-FFF2-40B4-BE49-F238E27FC236}">
                <a16:creationId xmlns:a16="http://schemas.microsoft.com/office/drawing/2014/main" id="{2797DF8F-A7DA-A649-B066-AF3F200344EE}"/>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52437884"/>
      </p:ext>
    </p:extLst>
  </p:cSld>
  <p:clrMapOvr>
    <a:overrideClrMapping bg1="dk1" tx1="lt1" bg2="dk2" tx2="lt1"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guide id="2" pos="7200"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Quote - Photo, Light Box">
    <p:bg>
      <p:bgPr>
        <a:solidFill>
          <a:schemeClr val="tx1">
            <a:lumMod val="50000"/>
            <a:lumOff val="50000"/>
          </a:schemeClr>
        </a:solidFill>
        <a:effectLst/>
      </p:bgPr>
    </p:bg>
    <p:spTree>
      <p:nvGrpSpPr>
        <p:cNvPr id="1" name=""/>
        <p:cNvGrpSpPr/>
        <p:nvPr/>
      </p:nvGrpSpPr>
      <p:grpSpPr>
        <a:xfrm>
          <a:off x="0" y="0"/>
          <a:ext cx="0" cy="0"/>
          <a:chOff x="0" y="0"/>
          <a:chExt cx="0" cy="0"/>
        </a:xfrm>
      </p:grpSpPr>
      <p:sp>
        <p:nvSpPr>
          <p:cNvPr id="13" name="Title 21">
            <a:extLst>
              <a:ext uri="{FF2B5EF4-FFF2-40B4-BE49-F238E27FC236}">
                <a16:creationId xmlns:a16="http://schemas.microsoft.com/office/drawing/2014/main" id="{72B287F2-1F1D-7646-9577-24C43117812A}"/>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6" name="Picture Placeholder 5">
            <a:extLst>
              <a:ext uri="{FF2B5EF4-FFF2-40B4-BE49-F238E27FC236}">
                <a16:creationId xmlns:a16="http://schemas.microsoft.com/office/drawing/2014/main" id="{A2494D7B-7589-7748-8BD2-C2BA1C8C6546}"/>
              </a:ext>
            </a:extLst>
          </p:cNvPr>
          <p:cNvSpPr>
            <a:spLocks noGrp="1"/>
          </p:cNvSpPr>
          <p:nvPr>
            <p:ph type="pic" sz="quarter" idx="17"/>
          </p:nvPr>
        </p:nvSpPr>
        <p:spPr>
          <a:xfrm>
            <a:off x="0" y="0"/>
            <a:ext cx="12192000" cy="6858000"/>
          </a:xfrm>
        </p:spPr>
        <p:txBody>
          <a:bodyPr/>
          <a:lstStyle>
            <a:lvl1pPr marL="0" indent="0">
              <a:buNone/>
              <a:defRPr/>
            </a:lvl1pPr>
          </a:lstStyle>
          <a:p>
            <a:r>
              <a:rPr lang="en-US"/>
              <a:t>Click icon to add picture</a:t>
            </a:r>
          </a:p>
        </p:txBody>
      </p:sp>
      <p:sp>
        <p:nvSpPr>
          <p:cNvPr id="4" name="Text Placeholder 3">
            <a:extLst>
              <a:ext uri="{FF2B5EF4-FFF2-40B4-BE49-F238E27FC236}">
                <a16:creationId xmlns:a16="http://schemas.microsoft.com/office/drawing/2014/main" id="{ACBE36CE-0579-4F42-81E3-3A9D42CB63BE}"/>
              </a:ext>
            </a:extLst>
          </p:cNvPr>
          <p:cNvSpPr>
            <a:spLocks noGrp="1"/>
          </p:cNvSpPr>
          <p:nvPr>
            <p:ph type="body" sz="quarter" idx="16" hasCustomPrompt="1"/>
          </p:nvPr>
        </p:nvSpPr>
        <p:spPr>
          <a:xfrm>
            <a:off x="762000" y="1417637"/>
            <a:ext cx="4316412" cy="4022726"/>
          </a:xfrm>
          <a:solidFill>
            <a:schemeClr val="bg1"/>
          </a:solidFill>
          <a:ln w="0">
            <a:solidFill>
              <a:schemeClr val="bg1">
                <a:alpha val="0"/>
              </a:schemeClr>
            </a:solidFill>
          </a:ln>
        </p:spPr>
        <p:txBody>
          <a:bodyPr>
            <a:normAutofit/>
          </a:bodyPr>
          <a:lstStyle>
            <a:lvl1pPr marL="0" indent="0">
              <a:buNone/>
              <a:defRPr sz="100">
                <a:noFill/>
              </a:defRPr>
            </a:lvl1pPr>
            <a:lvl2pPr marL="457200" indent="0">
              <a:buNone/>
              <a:defRPr sz="100">
                <a:noFill/>
              </a:defRPr>
            </a:lvl2pPr>
            <a:lvl3pPr marL="914400" indent="0">
              <a:buNone/>
              <a:defRPr sz="100">
                <a:noFill/>
              </a:defRPr>
            </a:lvl3pPr>
            <a:lvl4pPr marL="1371600" indent="0">
              <a:buNone/>
              <a:defRPr sz="100">
                <a:noFill/>
              </a:defRPr>
            </a:lvl4pPr>
            <a:lvl5pPr marL="1828800" indent="0">
              <a:buNone/>
              <a:defRPr sz="100">
                <a:noFill/>
              </a:defRPr>
            </a:lvl5pPr>
          </a:lstStyle>
          <a:p>
            <a:pPr lvl="0"/>
            <a:r>
              <a:rPr lang="en-CA"/>
              <a:t> </a:t>
            </a:r>
          </a:p>
        </p:txBody>
      </p:sp>
      <p:sp>
        <p:nvSpPr>
          <p:cNvPr id="7" name="Picture Placeholder 2">
            <a:extLst>
              <a:ext uri="{FF2B5EF4-FFF2-40B4-BE49-F238E27FC236}">
                <a16:creationId xmlns:a16="http://schemas.microsoft.com/office/drawing/2014/main" id="{E107A325-34A1-A54C-B326-42F71C84FA67}"/>
              </a:ext>
            </a:extLst>
          </p:cNvPr>
          <p:cNvSpPr>
            <a:spLocks noGrp="1"/>
          </p:cNvSpPr>
          <p:nvPr>
            <p:ph type="pic" sz="quarter" idx="15" hasCustomPrompt="1"/>
          </p:nvPr>
        </p:nvSpPr>
        <p:spPr>
          <a:xfrm>
            <a:off x="1031866" y="1667452"/>
            <a:ext cx="635047" cy="429087"/>
          </a:xfrm>
        </p:spPr>
        <p:txBody>
          <a:bodyPr wrap="square" anchor="ctr">
            <a:noAutofit/>
          </a:bodyPr>
          <a:lstStyle>
            <a:lvl1pPr marL="0" indent="0">
              <a:buNone/>
              <a:defRPr sz="600"/>
            </a:lvl1pPr>
          </a:lstStyle>
          <a:p>
            <a:r>
              <a:rPr lang="en-CA"/>
              <a:t>Add quote graphic here</a:t>
            </a:r>
          </a:p>
        </p:txBody>
      </p:sp>
      <p:sp>
        <p:nvSpPr>
          <p:cNvPr id="8" name="Content Placeholder 2">
            <a:extLst>
              <a:ext uri="{FF2B5EF4-FFF2-40B4-BE49-F238E27FC236}">
                <a16:creationId xmlns:a16="http://schemas.microsoft.com/office/drawing/2014/main" id="{D972FBA6-36B1-C743-8424-97C9843B8894}"/>
              </a:ext>
            </a:extLst>
          </p:cNvPr>
          <p:cNvSpPr>
            <a:spLocks noGrp="1"/>
          </p:cNvSpPr>
          <p:nvPr>
            <p:ph type="body" idx="1" hasCustomPrompt="1"/>
          </p:nvPr>
        </p:nvSpPr>
        <p:spPr>
          <a:xfrm>
            <a:off x="925550" y="2157131"/>
            <a:ext cx="3795132" cy="2266101"/>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9" name="Picture Placeholder 2">
            <a:extLst>
              <a:ext uri="{FF2B5EF4-FFF2-40B4-BE49-F238E27FC236}">
                <a16:creationId xmlns:a16="http://schemas.microsoft.com/office/drawing/2014/main" id="{B9320892-3491-8649-85E9-A1BA284BC15C}"/>
              </a:ext>
            </a:extLst>
          </p:cNvPr>
          <p:cNvSpPr>
            <a:spLocks noGrp="1" noChangeAspect="1"/>
          </p:cNvSpPr>
          <p:nvPr>
            <p:ph type="pic" sz="quarter" idx="13" hasCustomPrompt="1"/>
          </p:nvPr>
        </p:nvSpPr>
        <p:spPr>
          <a:xfrm>
            <a:off x="1037060" y="442323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F9455CA0-65C1-3646-8F28-E9ED4ECEA4C4}"/>
              </a:ext>
            </a:extLst>
          </p:cNvPr>
          <p:cNvSpPr>
            <a:spLocks noGrp="1"/>
          </p:cNvSpPr>
          <p:nvPr>
            <p:ph type="body" sz="quarter" idx="14" hasCustomPrompt="1"/>
          </p:nvPr>
        </p:nvSpPr>
        <p:spPr>
          <a:xfrm>
            <a:off x="1984378" y="4592142"/>
            <a:ext cx="2803212"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10" name="Date Placeholder 3">
            <a:extLst>
              <a:ext uri="{FF2B5EF4-FFF2-40B4-BE49-F238E27FC236}">
                <a16:creationId xmlns:a16="http://schemas.microsoft.com/office/drawing/2014/main" id="{01684734-1509-7E44-A078-09DDA3D8EA07}"/>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D898DEA-DA6B-EB46-8B23-14C37EE46E93}" type="datetime1">
              <a:rPr lang="en-CA" smtClean="0"/>
              <a:t>2026-06-08</a:t>
            </a:fld>
            <a:endParaRPr lang="en-CA"/>
          </a:p>
        </p:txBody>
      </p:sp>
      <p:sp>
        <p:nvSpPr>
          <p:cNvPr id="11" name="Footer Placeholder 4">
            <a:extLst>
              <a:ext uri="{FF2B5EF4-FFF2-40B4-BE49-F238E27FC236}">
                <a16:creationId xmlns:a16="http://schemas.microsoft.com/office/drawing/2014/main" id="{20B57C5F-48F9-BD4A-9AC2-9A26E10386D1}"/>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2" name="Slide Number Placeholder 5">
            <a:extLst>
              <a:ext uri="{FF2B5EF4-FFF2-40B4-BE49-F238E27FC236}">
                <a16:creationId xmlns:a16="http://schemas.microsoft.com/office/drawing/2014/main" id="{7F9E328D-9FE1-2D40-B5F2-401DF0D4BFA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199257194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pos="480" userDrawn="1">
          <p15:clr>
            <a:srgbClr val="FBAE40"/>
          </p15:clr>
        </p15:guide>
        <p15:guide id="2" pos="7200"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 - Caret Center">
    <p:spTree>
      <p:nvGrpSpPr>
        <p:cNvPr id="1" name=""/>
        <p:cNvGrpSpPr/>
        <p:nvPr/>
      </p:nvGrpSpPr>
      <p:grpSpPr>
        <a:xfrm>
          <a:off x="0" y="0"/>
          <a:ext cx="0" cy="0"/>
          <a:chOff x="0" y="0"/>
          <a:chExt cx="0" cy="0"/>
        </a:xfrm>
      </p:grpSpPr>
      <p:sp>
        <p:nvSpPr>
          <p:cNvPr id="13" name="Title 21">
            <a:extLst>
              <a:ext uri="{FF2B5EF4-FFF2-40B4-BE49-F238E27FC236}">
                <a16:creationId xmlns:a16="http://schemas.microsoft.com/office/drawing/2014/main" id="{96CB9824-D180-3B45-BCF0-C585AA3036DA}"/>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2" name="Content Placeholder 2">
            <a:extLst>
              <a:ext uri="{FF2B5EF4-FFF2-40B4-BE49-F238E27FC236}">
                <a16:creationId xmlns:a16="http://schemas.microsoft.com/office/drawing/2014/main" id="{21C89225-E2D1-5B44-B072-A7ABD14D52F0}"/>
              </a:ext>
            </a:extLst>
          </p:cNvPr>
          <p:cNvSpPr>
            <a:spLocks noGrp="1"/>
          </p:cNvSpPr>
          <p:nvPr>
            <p:ph type="body" idx="1" hasCustomPrompt="1"/>
          </p:nvPr>
        </p:nvSpPr>
        <p:spPr>
          <a:xfrm>
            <a:off x="2540908" y="1628775"/>
            <a:ext cx="7110184" cy="2386283"/>
          </a:xfrm>
        </p:spPr>
        <p:txBody>
          <a:bodyPr anchor="ctr" anchorCtr="0">
            <a:normAutofit/>
          </a:bodyPr>
          <a:lstStyle>
            <a:lvl1pPr marL="0" indent="0" algn="ctr">
              <a:lnSpc>
                <a:spcPct val="100000"/>
              </a:lnSpc>
              <a:spcBef>
                <a:spcPts val="1600"/>
              </a:spcBef>
              <a:buNone/>
              <a:defRPr sz="2200" b="0" i="0">
                <a:latin typeface="Times" pitchFamily="2" charset="0"/>
              </a:defRPr>
            </a:lvl1pPr>
          </a:lstStyle>
          <a:p>
            <a:pPr lvl="0"/>
            <a:r>
              <a:rPr lang="en-CA"/>
              <a:t>Click to add quote text</a:t>
            </a:r>
          </a:p>
        </p:txBody>
      </p:sp>
      <p:sp>
        <p:nvSpPr>
          <p:cNvPr id="3" name="Picture Placeholder 2">
            <a:extLst>
              <a:ext uri="{FF2B5EF4-FFF2-40B4-BE49-F238E27FC236}">
                <a16:creationId xmlns:a16="http://schemas.microsoft.com/office/drawing/2014/main" id="{D997E6A2-C6E8-454B-9B1F-479B38514FDF}"/>
              </a:ext>
            </a:extLst>
          </p:cNvPr>
          <p:cNvSpPr>
            <a:spLocks noGrp="1" noChangeAspect="1"/>
          </p:cNvSpPr>
          <p:nvPr>
            <p:ph type="pic" sz="quarter" idx="13" hasCustomPrompt="1"/>
          </p:nvPr>
        </p:nvSpPr>
        <p:spPr>
          <a:xfrm>
            <a:off x="5682000" y="4023185"/>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5" name="Text Placeholder 4">
            <a:extLst>
              <a:ext uri="{FF2B5EF4-FFF2-40B4-BE49-F238E27FC236}">
                <a16:creationId xmlns:a16="http://schemas.microsoft.com/office/drawing/2014/main" id="{383D3051-3807-524C-BA10-05C263A690AC}"/>
              </a:ext>
            </a:extLst>
          </p:cNvPr>
          <p:cNvSpPr>
            <a:spLocks noGrp="1"/>
          </p:cNvSpPr>
          <p:nvPr>
            <p:ph type="body" sz="quarter" idx="14" hasCustomPrompt="1"/>
          </p:nvPr>
        </p:nvSpPr>
        <p:spPr>
          <a:xfrm>
            <a:off x="2540908" y="4937134"/>
            <a:ext cx="7110184" cy="691515"/>
          </a:xfrm>
        </p:spPr>
        <p:txBody>
          <a:bodyPr>
            <a:normAutofit/>
          </a:bodyPr>
          <a:lstStyle>
            <a:lvl1pPr marL="0" indent="0" algn="ctr">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CD907DBB-F883-8744-8E5B-DAD1898CEB39}"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pic>
        <p:nvPicPr>
          <p:cNvPr id="14" name="Picture 13">
            <a:extLst>
              <a:ext uri="{FF2B5EF4-FFF2-40B4-BE49-F238E27FC236}">
                <a16:creationId xmlns:a16="http://schemas.microsoft.com/office/drawing/2014/main" id="{EEBECD8F-3F15-1849-9853-9EDBB561FD32}"/>
              </a:ext>
            </a:extLst>
          </p:cNvPr>
          <p:cNvPicPr>
            <a:picLocks noChangeAspect="1"/>
          </p:cNvPicPr>
          <p:nvPr userDrawn="1"/>
        </p:nvPicPr>
        <p:blipFill>
          <a:blip r:embed="rId2"/>
          <a:stretch>
            <a:fillRect/>
          </a:stretch>
        </p:blipFill>
        <p:spPr>
          <a:xfrm>
            <a:off x="5647354" y="409262"/>
            <a:ext cx="897292" cy="458755"/>
          </a:xfrm>
          <a:prstGeom prst="rect">
            <a:avLst/>
          </a:prstGeom>
        </p:spPr>
      </p:pic>
    </p:spTree>
    <p:extLst>
      <p:ext uri="{BB962C8B-B14F-4D97-AF65-F5344CB8AC3E}">
        <p14:creationId xmlns:p14="http://schemas.microsoft.com/office/powerpoint/2010/main" val="1414600274"/>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 Caret Outline">
    <p:spTree>
      <p:nvGrpSpPr>
        <p:cNvPr id="1" name=""/>
        <p:cNvGrpSpPr/>
        <p:nvPr/>
      </p:nvGrpSpPr>
      <p:grpSpPr>
        <a:xfrm>
          <a:off x="0" y="0"/>
          <a:ext cx="0" cy="0"/>
          <a:chOff x="0" y="0"/>
          <a:chExt cx="0" cy="0"/>
        </a:xfrm>
      </p:grpSpPr>
      <p:sp>
        <p:nvSpPr>
          <p:cNvPr id="18" name="Title 21">
            <a:extLst>
              <a:ext uri="{FF2B5EF4-FFF2-40B4-BE49-F238E27FC236}">
                <a16:creationId xmlns:a16="http://schemas.microsoft.com/office/drawing/2014/main" id="{18DB0B79-3686-D644-A3EF-C076F083A46B}"/>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4" name="Picture Placeholder 2">
            <a:extLst>
              <a:ext uri="{FF2B5EF4-FFF2-40B4-BE49-F238E27FC236}">
                <a16:creationId xmlns:a16="http://schemas.microsoft.com/office/drawing/2014/main" id="{0E6DD0F2-DAD6-B143-B424-A51285AB6EA0}"/>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15" name="Content Placeholder 2">
            <a:extLst>
              <a:ext uri="{FF2B5EF4-FFF2-40B4-BE49-F238E27FC236}">
                <a16:creationId xmlns:a16="http://schemas.microsoft.com/office/drawing/2014/main" id="{3B85C700-D09B-1341-9627-A8A0D1B7AE67}"/>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16" name="Picture Placeholder 2">
            <a:extLst>
              <a:ext uri="{FF2B5EF4-FFF2-40B4-BE49-F238E27FC236}">
                <a16:creationId xmlns:a16="http://schemas.microsoft.com/office/drawing/2014/main" id="{31C5FF50-A4C5-B14B-9D56-D5CBA27F0BF8}"/>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7" name="Text Placeholder 4">
            <a:extLst>
              <a:ext uri="{FF2B5EF4-FFF2-40B4-BE49-F238E27FC236}">
                <a16:creationId xmlns:a16="http://schemas.microsoft.com/office/drawing/2014/main" id="{A244E745-CA21-514D-B1CC-FBD53E0600B5}"/>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pic>
        <p:nvPicPr>
          <p:cNvPr id="13" name="Picture 12">
            <a:extLst>
              <a:ext uri="{FF2B5EF4-FFF2-40B4-BE49-F238E27FC236}">
                <a16:creationId xmlns:a16="http://schemas.microsoft.com/office/drawing/2014/main" id="{6504C069-273A-4F44-998A-E47B4AD126E9}"/>
              </a:ext>
            </a:extLst>
          </p:cNvPr>
          <p:cNvPicPr>
            <a:picLocks noChangeAspect="1"/>
          </p:cNvPicPr>
          <p:nvPr userDrawn="1"/>
        </p:nvPicPr>
        <p:blipFill rotWithShape="1">
          <a:blip r:embed="rId2">
            <a:alphaModFix amt="40000"/>
          </a:blip>
          <a:srcRect l="1820" t="-3413" r="29666" b="7896"/>
          <a:stretch/>
        </p:blipFill>
        <p:spPr>
          <a:xfrm>
            <a:off x="3948051" y="1111346"/>
            <a:ext cx="8243949" cy="5746654"/>
          </a:xfrm>
          <a:prstGeom prst="rect">
            <a:avLst/>
          </a:prstGeom>
        </p:spPr>
      </p:pic>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F0BBA188-7DE9-E74A-A729-F4947148E915}"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477410798"/>
      </p:ext>
    </p:extLst>
  </p:cSld>
  <p:clrMapOvr>
    <a:masterClrMapping/>
  </p:clrMapOvr>
  <p:extLst>
    <p:ext uri="{DCECCB84-F9BA-43D5-87BE-67443E8EF086}">
      <p15:sldGuideLst xmlns:p15="http://schemas.microsoft.com/office/powerpoint/2012/main">
        <p15:guide id="3" pos="480"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 Caret Solid">
    <p:spTree>
      <p:nvGrpSpPr>
        <p:cNvPr id="1" name=""/>
        <p:cNvGrpSpPr/>
        <p:nvPr/>
      </p:nvGrpSpPr>
      <p:grpSpPr>
        <a:xfrm>
          <a:off x="0" y="0"/>
          <a:ext cx="0" cy="0"/>
          <a:chOff x="0" y="0"/>
          <a:chExt cx="0" cy="0"/>
        </a:xfrm>
      </p:grpSpPr>
      <p:sp>
        <p:nvSpPr>
          <p:cNvPr id="20" name="Title 21">
            <a:extLst>
              <a:ext uri="{FF2B5EF4-FFF2-40B4-BE49-F238E27FC236}">
                <a16:creationId xmlns:a16="http://schemas.microsoft.com/office/drawing/2014/main" id="{76B63AED-8803-184C-884D-1CBBBC81E2A2}"/>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2" name="Picture Placeholder 2">
            <a:extLst>
              <a:ext uri="{FF2B5EF4-FFF2-40B4-BE49-F238E27FC236}">
                <a16:creationId xmlns:a16="http://schemas.microsoft.com/office/drawing/2014/main" id="{D3697183-5994-924B-B7EB-809F7D7CED19}"/>
              </a:ext>
            </a:extLst>
          </p:cNvPr>
          <p:cNvSpPr>
            <a:spLocks noGrp="1"/>
          </p:cNvSpPr>
          <p:nvPr>
            <p:ph type="pic" sz="quarter" idx="15" hasCustomPrompt="1"/>
          </p:nvPr>
        </p:nvSpPr>
        <p:spPr>
          <a:xfrm>
            <a:off x="868316" y="1056391"/>
            <a:ext cx="635047" cy="429087"/>
          </a:xfrm>
        </p:spPr>
        <p:txBody>
          <a:bodyPr wrap="square" anchor="ctr">
            <a:noAutofit/>
          </a:bodyPr>
          <a:lstStyle>
            <a:lvl1pPr marL="0" indent="0">
              <a:buNone/>
              <a:defRPr sz="600"/>
            </a:lvl1pPr>
          </a:lstStyle>
          <a:p>
            <a:r>
              <a:rPr lang="en-CA"/>
              <a:t>Add quote graphic here</a:t>
            </a:r>
          </a:p>
        </p:txBody>
      </p:sp>
      <p:sp>
        <p:nvSpPr>
          <p:cNvPr id="14" name="Content Placeholder 2">
            <a:extLst>
              <a:ext uri="{FF2B5EF4-FFF2-40B4-BE49-F238E27FC236}">
                <a16:creationId xmlns:a16="http://schemas.microsoft.com/office/drawing/2014/main" id="{DA1902DA-7050-A846-BADD-F38E153E793A}"/>
              </a:ext>
            </a:extLst>
          </p:cNvPr>
          <p:cNvSpPr>
            <a:spLocks noGrp="1"/>
          </p:cNvSpPr>
          <p:nvPr>
            <p:ph type="body" idx="1" hasCustomPrompt="1"/>
          </p:nvPr>
        </p:nvSpPr>
        <p:spPr>
          <a:xfrm>
            <a:off x="762000" y="1590675"/>
            <a:ext cx="5029200" cy="2238379"/>
          </a:xfrm>
          <a:noFill/>
        </p:spPr>
        <p:txBody>
          <a:bodyPr lIns="91440" tIns="45720" rIns="91440">
            <a:normAutofit/>
          </a:bodyPr>
          <a:lstStyle>
            <a:lvl1pPr marL="0" indent="0">
              <a:lnSpc>
                <a:spcPct val="100000"/>
              </a:lnSpc>
              <a:spcBef>
                <a:spcPts val="1600"/>
              </a:spcBef>
              <a:buNone/>
              <a:defRPr sz="2200" b="0" i="0">
                <a:latin typeface="Times" pitchFamily="2" charset="0"/>
              </a:defRPr>
            </a:lvl1pPr>
          </a:lstStyle>
          <a:p>
            <a:pPr lvl="0"/>
            <a:r>
              <a:rPr lang="en-CA"/>
              <a:t>Click to add quote text</a:t>
            </a:r>
          </a:p>
        </p:txBody>
      </p:sp>
      <p:sp>
        <p:nvSpPr>
          <p:cNvPr id="18" name="Picture Placeholder 2">
            <a:extLst>
              <a:ext uri="{FF2B5EF4-FFF2-40B4-BE49-F238E27FC236}">
                <a16:creationId xmlns:a16="http://schemas.microsoft.com/office/drawing/2014/main" id="{CC557041-3D93-7F4A-A593-BCE75219AF23}"/>
              </a:ext>
            </a:extLst>
          </p:cNvPr>
          <p:cNvSpPr>
            <a:spLocks noGrp="1" noChangeAspect="1"/>
          </p:cNvSpPr>
          <p:nvPr>
            <p:ph type="pic" sz="quarter" idx="13" hasCustomPrompt="1"/>
          </p:nvPr>
        </p:nvSpPr>
        <p:spPr>
          <a:xfrm>
            <a:off x="873510" y="3979812"/>
            <a:ext cx="828000" cy="828000"/>
          </a:xfrm>
          <a:prstGeom prst="ellipse">
            <a:avLst/>
          </a:prstGeom>
        </p:spPr>
        <p:txBody>
          <a:bodyPr lIns="0" tIns="0" rIns="0" bIns="0" anchor="ctr" anchorCtr="0">
            <a:normAutofit/>
          </a:bodyPr>
          <a:lstStyle>
            <a:lvl1pPr marL="0" indent="0" algn="ctr">
              <a:buNone/>
              <a:defRPr sz="900"/>
            </a:lvl1pPr>
          </a:lstStyle>
          <a:p>
            <a:r>
              <a:rPr lang="en-CA"/>
              <a:t>Add headshot here</a:t>
            </a:r>
          </a:p>
        </p:txBody>
      </p:sp>
      <p:sp>
        <p:nvSpPr>
          <p:cNvPr id="19" name="Text Placeholder 4">
            <a:extLst>
              <a:ext uri="{FF2B5EF4-FFF2-40B4-BE49-F238E27FC236}">
                <a16:creationId xmlns:a16="http://schemas.microsoft.com/office/drawing/2014/main" id="{7039416B-DEE1-D643-9E4B-6B8453B7753B}"/>
              </a:ext>
            </a:extLst>
          </p:cNvPr>
          <p:cNvSpPr>
            <a:spLocks noGrp="1"/>
          </p:cNvSpPr>
          <p:nvPr>
            <p:ph type="body" sz="quarter" idx="14" hasCustomPrompt="1"/>
          </p:nvPr>
        </p:nvSpPr>
        <p:spPr>
          <a:xfrm>
            <a:off x="1820827" y="4148722"/>
            <a:ext cx="3970373" cy="691515"/>
          </a:xfrm>
        </p:spPr>
        <p:txBody>
          <a:bodyPr>
            <a:normAutofit/>
          </a:bodyPr>
          <a:lstStyle>
            <a:lvl1pPr marL="0" indent="0">
              <a:spcBef>
                <a:spcPts val="0"/>
              </a:spcBef>
              <a:buNone/>
              <a:defRPr sz="1200" b="0"/>
            </a:lvl1pPr>
            <a:lvl2pPr marL="6350" indent="0">
              <a:spcBef>
                <a:spcPts val="0"/>
              </a:spcBef>
              <a:buNone/>
              <a:tabLst/>
              <a:defRPr sz="1200"/>
            </a:lvl2pPr>
          </a:lstStyle>
          <a:p>
            <a:pPr lvl="0"/>
            <a:r>
              <a:rPr lang="en-CA"/>
              <a:t>First Name Last Name</a:t>
            </a:r>
            <a:br>
              <a:rPr lang="en-CA"/>
            </a:br>
            <a:r>
              <a:rPr lang="en-CA"/>
              <a:t>Title</a:t>
            </a:r>
          </a:p>
        </p:txBody>
      </p:sp>
      <p:pic>
        <p:nvPicPr>
          <p:cNvPr id="13" name="Picture 12">
            <a:extLst>
              <a:ext uri="{FF2B5EF4-FFF2-40B4-BE49-F238E27FC236}">
                <a16:creationId xmlns:a16="http://schemas.microsoft.com/office/drawing/2014/main" id="{F96D9D7E-EB46-9841-B85B-B38EFB95E948}"/>
              </a:ext>
            </a:extLst>
          </p:cNvPr>
          <p:cNvPicPr>
            <a:picLocks noChangeAspect="1"/>
          </p:cNvPicPr>
          <p:nvPr userDrawn="1"/>
        </p:nvPicPr>
        <p:blipFill rotWithShape="1">
          <a:blip r:embed="rId2">
            <a:alphaModFix amt="39000"/>
          </a:blip>
          <a:srcRect l="-3644" t="-25966" r="27535" b="151"/>
          <a:stretch/>
        </p:blipFill>
        <p:spPr>
          <a:xfrm>
            <a:off x="3894820" y="0"/>
            <a:ext cx="8297180" cy="6858000"/>
          </a:xfrm>
          <a:prstGeom prst="rect">
            <a:avLst/>
          </a:prstGeom>
        </p:spPr>
      </p:pic>
      <p:sp>
        <p:nvSpPr>
          <p:cNvPr id="9" name="Date Placeholder 8">
            <a:extLst>
              <a:ext uri="{FF2B5EF4-FFF2-40B4-BE49-F238E27FC236}">
                <a16:creationId xmlns:a16="http://schemas.microsoft.com/office/drawing/2014/main" id="{ED3ADAE4-81A6-A640-8EA4-DDF893E803D9}"/>
              </a:ext>
            </a:extLst>
          </p:cNvPr>
          <p:cNvSpPr>
            <a:spLocks noGrp="1"/>
          </p:cNvSpPr>
          <p:nvPr>
            <p:ph type="dt" sz="half" idx="10"/>
          </p:nvPr>
        </p:nvSpPr>
        <p:spPr/>
        <p:txBody>
          <a:bodyPr/>
          <a:lstStyle/>
          <a:p>
            <a:fld id="{4FE2773E-DFB3-194C-AE32-75EF3CE7EC69}" type="datetime1">
              <a:rPr lang="en-CA" smtClean="0"/>
              <a:t>2026-06-08</a:t>
            </a:fld>
            <a:endParaRPr lang="en-CA"/>
          </a:p>
        </p:txBody>
      </p:sp>
      <p:sp>
        <p:nvSpPr>
          <p:cNvPr id="10" name="Footer Placeholder 9">
            <a:extLst>
              <a:ext uri="{FF2B5EF4-FFF2-40B4-BE49-F238E27FC236}">
                <a16:creationId xmlns:a16="http://schemas.microsoft.com/office/drawing/2014/main" id="{A6289A60-ECF2-FD44-8635-5921A726EA7E}"/>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5447FBC3-6822-5941-AB52-58311291D9B3}"/>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3326028820"/>
      </p:ext>
    </p:extLst>
  </p:cSld>
  <p:clrMapOvr>
    <a:masterClrMapping/>
  </p:clrMapOvr>
  <p:extLst>
    <p:ext uri="{DCECCB84-F9BA-43D5-87BE-67443E8EF086}">
      <p15:sldGuideLst xmlns:p15="http://schemas.microsoft.com/office/powerpoint/2012/main">
        <p15:guide id="2" pos="4203">
          <p15:clr>
            <a:srgbClr val="FBAE40"/>
          </p15:clr>
        </p15:guide>
        <p15:guide id="3" pos="480"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itle, 3-Picture Gri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AB39C-01F5-B242-8776-B26D354AA1AE}"/>
              </a:ext>
            </a:extLst>
          </p:cNvPr>
          <p:cNvSpPr>
            <a:spLocks noGrp="1"/>
          </p:cNvSpPr>
          <p:nvPr>
            <p:ph type="title"/>
          </p:nvPr>
        </p:nvSpPr>
        <p:spPr/>
        <p:txBody>
          <a:bodyPr/>
          <a:lstStyle/>
          <a:p>
            <a:r>
              <a:rPr lang="en-US"/>
              <a:t>Click to edit Master title style</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1001" y="1592265"/>
            <a:ext cx="6975474" cy="4905736"/>
          </a:xfrm>
        </p:spPr>
        <p:txBody>
          <a:bodyPr/>
          <a:lstStyle>
            <a:lvl1pPr marL="0" indent="0">
              <a:buNone/>
              <a:defRPr/>
            </a:lvl1pPr>
          </a:lstStyle>
          <a:p>
            <a:r>
              <a:rPr lang="en-US"/>
              <a:t>Click icon to add picture</a:t>
            </a:r>
            <a:endParaRPr lang="en-CA"/>
          </a:p>
        </p:txBody>
      </p:sp>
      <p:sp>
        <p:nvSpPr>
          <p:cNvPr id="13" name="Picture Placeholder 2">
            <a:extLst>
              <a:ext uri="{FF2B5EF4-FFF2-40B4-BE49-F238E27FC236}">
                <a16:creationId xmlns:a16="http://schemas.microsoft.com/office/drawing/2014/main" id="{D9138B82-0DB9-8A4F-B70E-D4F5116B8A98}"/>
              </a:ext>
            </a:extLst>
          </p:cNvPr>
          <p:cNvSpPr>
            <a:spLocks noGrp="1"/>
          </p:cNvSpPr>
          <p:nvPr>
            <p:ph type="pic" sz="quarter" idx="16"/>
          </p:nvPr>
        </p:nvSpPr>
        <p:spPr>
          <a:xfrm>
            <a:off x="7493961" y="1592264"/>
            <a:ext cx="4317038" cy="2384124"/>
          </a:xfrm>
        </p:spPr>
        <p:txBody>
          <a:bodyPr/>
          <a:lstStyle>
            <a:lvl1pPr marL="0" indent="0">
              <a:buNone/>
              <a:defRPr/>
            </a:lvl1pPr>
          </a:lstStyle>
          <a:p>
            <a:r>
              <a:rPr lang="en-US"/>
              <a:t>Click icon to add picture</a:t>
            </a:r>
            <a:endParaRPr lang="en-CA"/>
          </a:p>
        </p:txBody>
      </p:sp>
      <p:sp>
        <p:nvSpPr>
          <p:cNvPr id="8" name="Picture Placeholder 2">
            <a:extLst>
              <a:ext uri="{FF2B5EF4-FFF2-40B4-BE49-F238E27FC236}">
                <a16:creationId xmlns:a16="http://schemas.microsoft.com/office/drawing/2014/main" id="{08E55715-D9F0-EE4C-85D2-85080921B5A5}"/>
              </a:ext>
            </a:extLst>
          </p:cNvPr>
          <p:cNvSpPr>
            <a:spLocks noGrp="1"/>
          </p:cNvSpPr>
          <p:nvPr>
            <p:ph type="pic" sz="quarter" idx="17"/>
          </p:nvPr>
        </p:nvSpPr>
        <p:spPr>
          <a:xfrm>
            <a:off x="7493961" y="4113874"/>
            <a:ext cx="4317039" cy="2384124"/>
          </a:xfrm>
        </p:spPr>
        <p:txBody>
          <a:bodyPr/>
          <a:lstStyle>
            <a:lvl1pPr marL="0" indent="0">
              <a:buNone/>
              <a:defRPr/>
            </a:lvl1pPr>
          </a:lstStyle>
          <a:p>
            <a:r>
              <a:rPr lang="en-US"/>
              <a:t>Click icon to add picture</a:t>
            </a:r>
            <a:endParaRPr lang="en-CA"/>
          </a:p>
        </p:txBody>
      </p:sp>
      <p:sp>
        <p:nvSpPr>
          <p:cNvPr id="6" name="Date Placeholder 3">
            <a:extLst>
              <a:ext uri="{FF2B5EF4-FFF2-40B4-BE49-F238E27FC236}">
                <a16:creationId xmlns:a16="http://schemas.microsoft.com/office/drawing/2014/main" id="{FD96FF29-7A2B-A842-910A-2007CA0FEA3D}"/>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030FDA0-50E0-2247-AC06-2013F33A34DB}" type="datetime1">
              <a:rPr lang="en-CA" smtClean="0"/>
              <a:t>2026-06-08</a:t>
            </a:fld>
            <a:endParaRPr lang="en-CA"/>
          </a:p>
        </p:txBody>
      </p:sp>
      <p:sp>
        <p:nvSpPr>
          <p:cNvPr id="7" name="Footer Placeholder 4">
            <a:extLst>
              <a:ext uri="{FF2B5EF4-FFF2-40B4-BE49-F238E27FC236}">
                <a16:creationId xmlns:a16="http://schemas.microsoft.com/office/drawing/2014/main" id="{2EC2A6CF-F397-3D4E-868F-EF8632650B3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96332AEE-00D5-7C49-84EF-F5A63120F76B}"/>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814798225"/>
      </p:ext>
    </p:extLst>
  </p:cSld>
  <p:clrMapOvr>
    <a:masterClrMapping/>
  </p:clrMapOvr>
  <p:extLst>
    <p:ext uri="{DCECCB84-F9BA-43D5-87BE-67443E8EF086}">
      <p15:sldGuideLst xmlns:p15="http://schemas.microsoft.com/office/powerpoint/2012/main">
        <p15:guide id="2" pos="7440"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Title, 4-Picture Grid (Portrai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1C1072-704A-AB49-AB68-80090BDD75E7}"/>
              </a:ext>
            </a:extLst>
          </p:cNvPr>
          <p:cNvSpPr>
            <a:spLocks noGrp="1"/>
          </p:cNvSpPr>
          <p:nvPr>
            <p:ph type="title"/>
          </p:nvPr>
        </p:nvSpPr>
        <p:spPr/>
        <p:txBody>
          <a:bodyPr/>
          <a:lstStyle/>
          <a:p>
            <a:r>
              <a:rPr lang="en-US"/>
              <a:t>Click to edit Master title style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381000" y="1592263"/>
            <a:ext cx="5646173" cy="4897437"/>
          </a:xfrm>
        </p:spPr>
        <p:txBody>
          <a:bodyPr/>
          <a:lstStyle>
            <a:lvl1pPr marL="0" indent="0">
              <a:buNone/>
              <a:defRPr/>
            </a:lvl1pPr>
          </a:lstStyle>
          <a:p>
            <a:r>
              <a:rPr lang="en-US"/>
              <a:t>Click icon to add picture</a:t>
            </a:r>
            <a:endParaRPr lang="en-CA"/>
          </a:p>
        </p:txBody>
      </p:sp>
      <p:sp>
        <p:nvSpPr>
          <p:cNvPr id="12" name="Picture Placeholder 8">
            <a:extLst>
              <a:ext uri="{FF2B5EF4-FFF2-40B4-BE49-F238E27FC236}">
                <a16:creationId xmlns:a16="http://schemas.microsoft.com/office/drawing/2014/main" id="{1621877D-F0F4-D54D-8A66-86E3F38BD733}"/>
              </a:ext>
            </a:extLst>
          </p:cNvPr>
          <p:cNvSpPr>
            <a:spLocks noGrp="1"/>
          </p:cNvSpPr>
          <p:nvPr>
            <p:ph type="pic" sz="quarter" idx="14"/>
          </p:nvPr>
        </p:nvSpPr>
        <p:spPr>
          <a:xfrm>
            <a:off x="6157825" y="1592263"/>
            <a:ext cx="2760033" cy="4897437"/>
          </a:xfrm>
        </p:spPr>
        <p:txBody>
          <a:bodyPr/>
          <a:lstStyle>
            <a:lvl1pPr marL="0" indent="0">
              <a:buNone/>
              <a:defRPr/>
            </a:lvl1pPr>
          </a:lstStyle>
          <a:p>
            <a:r>
              <a:rPr lang="en-US"/>
              <a:t>Click icon to add picture</a:t>
            </a:r>
            <a:endParaRPr lang="en-CA"/>
          </a:p>
        </p:txBody>
      </p:sp>
      <p:sp>
        <p:nvSpPr>
          <p:cNvPr id="17" name="Picture Placeholder 8">
            <a:extLst>
              <a:ext uri="{FF2B5EF4-FFF2-40B4-BE49-F238E27FC236}">
                <a16:creationId xmlns:a16="http://schemas.microsoft.com/office/drawing/2014/main" id="{AE425A02-2944-B845-84F2-C23E463C6877}"/>
              </a:ext>
            </a:extLst>
          </p:cNvPr>
          <p:cNvSpPr>
            <a:spLocks noGrp="1"/>
          </p:cNvSpPr>
          <p:nvPr>
            <p:ph type="pic" sz="quarter" idx="16"/>
          </p:nvPr>
        </p:nvSpPr>
        <p:spPr>
          <a:xfrm>
            <a:off x="9048509" y="1592263"/>
            <a:ext cx="2772016" cy="2383393"/>
          </a:xfrm>
        </p:spPr>
        <p:txBody>
          <a:bodyPr/>
          <a:lstStyle>
            <a:lvl1pPr marL="0" indent="0">
              <a:buNone/>
              <a:defRPr/>
            </a:lvl1pPr>
          </a:lstStyle>
          <a:p>
            <a:r>
              <a:rPr lang="en-US"/>
              <a:t>Click icon to add picture</a:t>
            </a:r>
            <a:endParaRPr lang="en-CA"/>
          </a:p>
        </p:txBody>
      </p:sp>
      <p:sp>
        <p:nvSpPr>
          <p:cNvPr id="8" name="Picture Placeholder 8">
            <a:extLst>
              <a:ext uri="{FF2B5EF4-FFF2-40B4-BE49-F238E27FC236}">
                <a16:creationId xmlns:a16="http://schemas.microsoft.com/office/drawing/2014/main" id="{F35F0148-0F87-2444-A30E-782BC0DC2381}"/>
              </a:ext>
            </a:extLst>
          </p:cNvPr>
          <p:cNvSpPr>
            <a:spLocks noGrp="1"/>
          </p:cNvSpPr>
          <p:nvPr>
            <p:ph type="pic" sz="quarter" idx="17"/>
          </p:nvPr>
        </p:nvSpPr>
        <p:spPr>
          <a:xfrm>
            <a:off x="9048509" y="4106306"/>
            <a:ext cx="2772016" cy="2383393"/>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99A9BCEF-2B29-204F-9F08-CF9966BE4949}"/>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384AC89A-74C0-A141-AC19-24D0BC9EC8C8}" type="datetime1">
              <a:rPr lang="en-CA" smtClean="0"/>
              <a:t>2026-06-08</a:t>
            </a:fld>
            <a:endParaRPr lang="en-CA"/>
          </a:p>
        </p:txBody>
      </p:sp>
      <p:sp>
        <p:nvSpPr>
          <p:cNvPr id="10" name="Footer Placeholder 4">
            <a:extLst>
              <a:ext uri="{FF2B5EF4-FFF2-40B4-BE49-F238E27FC236}">
                <a16:creationId xmlns:a16="http://schemas.microsoft.com/office/drawing/2014/main" id="{FD8E52D8-040B-CA45-9774-084D3FBE2FE6}"/>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1" name="Slide Number Placeholder 5">
            <a:extLst>
              <a:ext uri="{FF2B5EF4-FFF2-40B4-BE49-F238E27FC236}">
                <a16:creationId xmlns:a16="http://schemas.microsoft.com/office/drawing/2014/main" id="{60C57911-EF85-FF45-ABDF-4831FCE2863D}"/>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948701036"/>
      </p:ext>
    </p:extLst>
  </p:cSld>
  <p:clrMapOvr>
    <a:masterClrMapping/>
  </p:clrMapOvr>
  <p:extLst>
    <p:ext uri="{DCECCB84-F9BA-43D5-87BE-67443E8EF086}">
      <p15:sldGuideLst xmlns:p15="http://schemas.microsoft.com/office/powerpoint/2012/main">
        <p15:guide id="3" orient="horz" pos="408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4-Picture Grid (Landscap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1C1072-704A-AB49-AB68-80090BDD75E7}"/>
              </a:ext>
            </a:extLst>
          </p:cNvPr>
          <p:cNvSpPr>
            <a:spLocks noGrp="1"/>
          </p:cNvSpPr>
          <p:nvPr>
            <p:ph type="title"/>
          </p:nvPr>
        </p:nvSpPr>
        <p:spPr/>
        <p:txBody>
          <a:bodyPr/>
          <a:lstStyle/>
          <a:p>
            <a:r>
              <a:rPr lang="en-US"/>
              <a:t>Click to edit Master title style</a:t>
            </a:r>
            <a:endParaRPr lang="en-CA"/>
          </a:p>
        </p:txBody>
      </p:sp>
      <p:sp>
        <p:nvSpPr>
          <p:cNvPr id="16" name="Picture Placeholder 8">
            <a:extLst>
              <a:ext uri="{FF2B5EF4-FFF2-40B4-BE49-F238E27FC236}">
                <a16:creationId xmlns:a16="http://schemas.microsoft.com/office/drawing/2014/main" id="{62D07E0A-3D5A-1743-9B2C-B72959F114C8}"/>
              </a:ext>
            </a:extLst>
          </p:cNvPr>
          <p:cNvSpPr>
            <a:spLocks noGrp="1"/>
          </p:cNvSpPr>
          <p:nvPr>
            <p:ph type="pic" sz="quarter" idx="18"/>
          </p:nvPr>
        </p:nvSpPr>
        <p:spPr>
          <a:xfrm>
            <a:off x="381001" y="1592263"/>
            <a:ext cx="5636551" cy="2383394"/>
          </a:xfrm>
        </p:spPr>
        <p:txBody>
          <a:bodyPr/>
          <a:lstStyle>
            <a:lvl1pPr marL="0" indent="0">
              <a:buNone/>
              <a:defRPr/>
            </a:lvl1pPr>
          </a:lstStyle>
          <a:p>
            <a:r>
              <a:rPr lang="en-US"/>
              <a:t>Click icon to add picture</a:t>
            </a:r>
            <a:endParaRPr lang="en-CA"/>
          </a:p>
        </p:txBody>
      </p:sp>
      <p:sp>
        <p:nvSpPr>
          <p:cNvPr id="19" name="Picture Placeholder 8">
            <a:extLst>
              <a:ext uri="{FF2B5EF4-FFF2-40B4-BE49-F238E27FC236}">
                <a16:creationId xmlns:a16="http://schemas.microsoft.com/office/drawing/2014/main" id="{7D995437-A232-3B48-9549-102803B3209B}"/>
              </a:ext>
            </a:extLst>
          </p:cNvPr>
          <p:cNvSpPr>
            <a:spLocks noGrp="1"/>
          </p:cNvSpPr>
          <p:nvPr>
            <p:ph type="pic" sz="quarter" idx="20"/>
          </p:nvPr>
        </p:nvSpPr>
        <p:spPr>
          <a:xfrm>
            <a:off x="381001" y="4106306"/>
            <a:ext cx="2745867" cy="2383393"/>
          </a:xfrm>
        </p:spPr>
        <p:txBody>
          <a:bodyPr/>
          <a:lstStyle>
            <a:lvl1pPr marL="0" indent="0">
              <a:buNone/>
              <a:defRPr/>
            </a:lvl1pPr>
          </a:lstStyle>
          <a:p>
            <a:r>
              <a:rPr lang="en-US"/>
              <a:t>Click icon to add picture</a:t>
            </a:r>
            <a:endParaRPr lang="en-CA"/>
          </a:p>
        </p:txBody>
      </p:sp>
      <p:sp>
        <p:nvSpPr>
          <p:cNvPr id="18" name="Picture Placeholder 8">
            <a:extLst>
              <a:ext uri="{FF2B5EF4-FFF2-40B4-BE49-F238E27FC236}">
                <a16:creationId xmlns:a16="http://schemas.microsoft.com/office/drawing/2014/main" id="{06B8797C-2A90-C04A-8E40-90C173AE0987}"/>
              </a:ext>
            </a:extLst>
          </p:cNvPr>
          <p:cNvSpPr>
            <a:spLocks noGrp="1"/>
          </p:cNvSpPr>
          <p:nvPr>
            <p:ph type="pic" sz="quarter" idx="19"/>
          </p:nvPr>
        </p:nvSpPr>
        <p:spPr>
          <a:xfrm>
            <a:off x="3257519" y="4106307"/>
            <a:ext cx="2760033" cy="2383394"/>
          </a:xfrm>
        </p:spPr>
        <p:txBody>
          <a:bodyPr/>
          <a:lstStyle>
            <a:lvl1pPr marL="0" indent="0">
              <a:buNone/>
              <a:defRPr/>
            </a:lvl1pPr>
          </a:lstStyle>
          <a:p>
            <a:r>
              <a:rPr lang="en-US"/>
              <a:t>Click icon to add picture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6153351" y="1592263"/>
            <a:ext cx="5667174" cy="4897437"/>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24D8F17D-58AC-4A48-ACC7-C01C4FDD7852}"/>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A50BC24-C694-FD4B-A9C8-569DE95B292F}" type="datetime1">
              <a:rPr lang="en-CA" smtClean="0"/>
              <a:t>2026-06-08</a:t>
            </a:fld>
            <a:endParaRPr lang="en-CA"/>
          </a:p>
        </p:txBody>
      </p:sp>
      <p:sp>
        <p:nvSpPr>
          <p:cNvPr id="8" name="Footer Placeholder 4">
            <a:extLst>
              <a:ext uri="{FF2B5EF4-FFF2-40B4-BE49-F238E27FC236}">
                <a16:creationId xmlns:a16="http://schemas.microsoft.com/office/drawing/2014/main" id="{65CA8F87-AAC4-5A4F-8AEB-9676C30D2218}"/>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A049D019-966E-2D4E-9A4E-FBF87A35A08E}"/>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620513232"/>
      </p:ext>
    </p:extLst>
  </p:cSld>
  <p:clrMapOvr>
    <a:masterClrMapping/>
  </p:clrMapOvr>
  <p:extLst>
    <p:ext uri="{DCECCB84-F9BA-43D5-87BE-67443E8EF086}">
      <p15:sldGuideLst xmlns:p15="http://schemas.microsoft.com/office/powerpoint/2012/main">
        <p15:guide id="3" orient="horz" pos="4088">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3-Picture Grid">
    <p:spTree>
      <p:nvGrpSpPr>
        <p:cNvPr id="1" name=""/>
        <p:cNvGrpSpPr/>
        <p:nvPr/>
      </p:nvGrpSpPr>
      <p:grpSpPr>
        <a:xfrm>
          <a:off x="0" y="0"/>
          <a:ext cx="0" cy="0"/>
          <a:chOff x="0" y="0"/>
          <a:chExt cx="0" cy="0"/>
        </a:xfrm>
      </p:grpSpPr>
      <p:sp>
        <p:nvSpPr>
          <p:cNvPr id="5" name="Title 21">
            <a:extLst>
              <a:ext uri="{FF2B5EF4-FFF2-40B4-BE49-F238E27FC236}">
                <a16:creationId xmlns:a16="http://schemas.microsoft.com/office/drawing/2014/main" id="{01206679-E526-204A-80B6-1C1A9F60BD12}"/>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5" name="Picture Placeholder 2">
            <a:extLst>
              <a:ext uri="{FF2B5EF4-FFF2-40B4-BE49-F238E27FC236}">
                <a16:creationId xmlns:a16="http://schemas.microsoft.com/office/drawing/2014/main" id="{94ECB821-172D-0A49-8137-DAF75FDBA84E}"/>
              </a:ext>
            </a:extLst>
          </p:cNvPr>
          <p:cNvSpPr>
            <a:spLocks noGrp="1"/>
          </p:cNvSpPr>
          <p:nvPr>
            <p:ph type="pic" sz="quarter" idx="15"/>
          </p:nvPr>
        </p:nvSpPr>
        <p:spPr>
          <a:xfrm>
            <a:off x="380999" y="360000"/>
            <a:ext cx="6975475" cy="6138000"/>
          </a:xfrm>
        </p:spPr>
        <p:txBody>
          <a:bodyPr/>
          <a:lstStyle>
            <a:lvl1pPr marL="0" indent="0">
              <a:buNone/>
              <a:defRPr/>
            </a:lvl1pPr>
          </a:lstStyle>
          <a:p>
            <a:r>
              <a:rPr lang="en-US"/>
              <a:t>Click icon to add picture</a:t>
            </a:r>
            <a:endParaRPr lang="en-CA"/>
          </a:p>
        </p:txBody>
      </p:sp>
      <p:sp>
        <p:nvSpPr>
          <p:cNvPr id="14" name="Picture Placeholder 2">
            <a:extLst>
              <a:ext uri="{FF2B5EF4-FFF2-40B4-BE49-F238E27FC236}">
                <a16:creationId xmlns:a16="http://schemas.microsoft.com/office/drawing/2014/main" id="{73A85975-8933-B645-B749-E215636C3142}"/>
              </a:ext>
            </a:extLst>
          </p:cNvPr>
          <p:cNvSpPr>
            <a:spLocks noGrp="1"/>
          </p:cNvSpPr>
          <p:nvPr>
            <p:ph type="pic" sz="quarter" idx="18"/>
          </p:nvPr>
        </p:nvSpPr>
        <p:spPr>
          <a:xfrm>
            <a:off x="7493961" y="360000"/>
            <a:ext cx="4326564" cy="3004201"/>
          </a:xfrm>
        </p:spPr>
        <p:txBody>
          <a:bodyPr/>
          <a:lstStyle>
            <a:lvl1pPr marL="0" indent="0">
              <a:buNone/>
              <a:defRPr/>
            </a:lvl1pPr>
          </a:lstStyle>
          <a:p>
            <a:r>
              <a:rPr lang="en-US"/>
              <a:t>Click icon to add picture</a:t>
            </a:r>
            <a:endParaRPr lang="en-CA"/>
          </a:p>
        </p:txBody>
      </p:sp>
      <p:sp>
        <p:nvSpPr>
          <p:cNvPr id="16" name="Picture Placeholder 2">
            <a:extLst>
              <a:ext uri="{FF2B5EF4-FFF2-40B4-BE49-F238E27FC236}">
                <a16:creationId xmlns:a16="http://schemas.microsoft.com/office/drawing/2014/main" id="{7F5D70DB-41B6-544F-B9BB-7868CC42E9DF}"/>
              </a:ext>
            </a:extLst>
          </p:cNvPr>
          <p:cNvSpPr>
            <a:spLocks noGrp="1"/>
          </p:cNvSpPr>
          <p:nvPr>
            <p:ph type="pic" sz="quarter" idx="17"/>
          </p:nvPr>
        </p:nvSpPr>
        <p:spPr>
          <a:xfrm>
            <a:off x="7493961" y="3493799"/>
            <a:ext cx="4326564" cy="3004201"/>
          </a:xfrm>
        </p:spPr>
        <p:txBody>
          <a:bodyPr/>
          <a:lstStyle>
            <a:lvl1pPr marL="0" indent="0">
              <a:buNone/>
              <a:defRPr/>
            </a:lvl1pPr>
          </a:lstStyle>
          <a:p>
            <a:r>
              <a:rPr lang="en-US"/>
              <a:t>Click icon to add picture</a:t>
            </a:r>
            <a:endParaRPr lang="en-CA"/>
          </a:p>
        </p:txBody>
      </p:sp>
      <p:sp>
        <p:nvSpPr>
          <p:cNvPr id="6" name="Date Placeholder 3">
            <a:extLst>
              <a:ext uri="{FF2B5EF4-FFF2-40B4-BE49-F238E27FC236}">
                <a16:creationId xmlns:a16="http://schemas.microsoft.com/office/drawing/2014/main" id="{16E70515-2881-B34E-8EF7-A54BA69746D9}"/>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78D418B5-6136-3C43-85E3-AC211BB6822B}" type="datetime1">
              <a:rPr lang="en-CA" smtClean="0"/>
              <a:t>2026-06-08</a:t>
            </a:fld>
            <a:endParaRPr lang="en-CA"/>
          </a:p>
        </p:txBody>
      </p:sp>
      <p:sp>
        <p:nvSpPr>
          <p:cNvPr id="7" name="Footer Placeholder 4">
            <a:extLst>
              <a:ext uri="{FF2B5EF4-FFF2-40B4-BE49-F238E27FC236}">
                <a16:creationId xmlns:a16="http://schemas.microsoft.com/office/drawing/2014/main" id="{5DDF54F0-2665-8541-B525-4DE11A53C60B}"/>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8" name="Slide Number Placeholder 5">
            <a:extLst>
              <a:ext uri="{FF2B5EF4-FFF2-40B4-BE49-F238E27FC236}">
                <a16:creationId xmlns:a16="http://schemas.microsoft.com/office/drawing/2014/main" id="{5E824237-E327-DB48-A900-9276F13D0C9F}"/>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55571343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4-Picture Grid (Portrait)">
    <p:spTree>
      <p:nvGrpSpPr>
        <p:cNvPr id="1" name=""/>
        <p:cNvGrpSpPr/>
        <p:nvPr/>
      </p:nvGrpSpPr>
      <p:grpSpPr>
        <a:xfrm>
          <a:off x="0" y="0"/>
          <a:ext cx="0" cy="0"/>
          <a:chOff x="0" y="0"/>
          <a:chExt cx="0" cy="0"/>
        </a:xfrm>
      </p:grpSpPr>
      <p:sp>
        <p:nvSpPr>
          <p:cNvPr id="6" name="Title 21">
            <a:extLst>
              <a:ext uri="{FF2B5EF4-FFF2-40B4-BE49-F238E27FC236}">
                <a16:creationId xmlns:a16="http://schemas.microsoft.com/office/drawing/2014/main" id="{73F59288-6160-0D42-91BB-837AF5117351}"/>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383458" y="360000"/>
            <a:ext cx="4195916" cy="6129700"/>
          </a:xfrm>
        </p:spPr>
        <p:txBody>
          <a:bodyPr/>
          <a:lstStyle>
            <a:lvl1pPr marL="0" indent="0">
              <a:buNone/>
              <a:defRPr/>
            </a:lvl1pPr>
          </a:lstStyle>
          <a:p>
            <a:r>
              <a:rPr lang="en-US"/>
              <a:t>Click icon to add picture</a:t>
            </a:r>
            <a:endParaRPr lang="en-CA"/>
          </a:p>
        </p:txBody>
      </p:sp>
      <p:sp>
        <p:nvSpPr>
          <p:cNvPr id="12" name="Picture Placeholder 8">
            <a:extLst>
              <a:ext uri="{FF2B5EF4-FFF2-40B4-BE49-F238E27FC236}">
                <a16:creationId xmlns:a16="http://schemas.microsoft.com/office/drawing/2014/main" id="{1621877D-F0F4-D54D-8A66-86E3F38BD733}"/>
              </a:ext>
            </a:extLst>
          </p:cNvPr>
          <p:cNvSpPr>
            <a:spLocks noGrp="1"/>
          </p:cNvSpPr>
          <p:nvPr>
            <p:ph type="pic" sz="quarter" idx="14"/>
          </p:nvPr>
        </p:nvSpPr>
        <p:spPr>
          <a:xfrm>
            <a:off x="4717229" y="360000"/>
            <a:ext cx="4212919" cy="3000050"/>
          </a:xfrm>
        </p:spPr>
        <p:txBody>
          <a:bodyPr/>
          <a:lstStyle>
            <a:lvl1pPr marL="0" indent="0">
              <a:buNone/>
              <a:defRPr/>
            </a:lvl1pPr>
          </a:lstStyle>
          <a:p>
            <a:r>
              <a:rPr lang="en-US"/>
              <a:t>Click icon to add picture</a:t>
            </a:r>
            <a:endParaRPr lang="en-CA"/>
          </a:p>
        </p:txBody>
      </p:sp>
      <p:sp>
        <p:nvSpPr>
          <p:cNvPr id="15" name="Picture Placeholder 8">
            <a:extLst>
              <a:ext uri="{FF2B5EF4-FFF2-40B4-BE49-F238E27FC236}">
                <a16:creationId xmlns:a16="http://schemas.microsoft.com/office/drawing/2014/main" id="{12354A74-CC4D-FF48-B2CA-4F5C89BB8609}"/>
              </a:ext>
            </a:extLst>
          </p:cNvPr>
          <p:cNvSpPr>
            <a:spLocks noGrp="1"/>
          </p:cNvSpPr>
          <p:nvPr>
            <p:ph type="pic" sz="quarter" idx="15"/>
          </p:nvPr>
        </p:nvSpPr>
        <p:spPr>
          <a:xfrm>
            <a:off x="9068003" y="360000"/>
            <a:ext cx="2740539" cy="3000050"/>
          </a:xfrm>
        </p:spPr>
        <p:txBody>
          <a:bodyPr/>
          <a:lstStyle>
            <a:lvl1pPr marL="0" indent="0">
              <a:buNone/>
              <a:defRPr/>
            </a:lvl1pPr>
          </a:lstStyle>
          <a:p>
            <a:r>
              <a:rPr lang="en-US"/>
              <a:t>Click icon to add picture</a:t>
            </a:r>
            <a:endParaRPr lang="en-CA"/>
          </a:p>
        </p:txBody>
      </p:sp>
      <p:sp>
        <p:nvSpPr>
          <p:cNvPr id="11" name="Picture Placeholder 8">
            <a:extLst>
              <a:ext uri="{FF2B5EF4-FFF2-40B4-BE49-F238E27FC236}">
                <a16:creationId xmlns:a16="http://schemas.microsoft.com/office/drawing/2014/main" id="{82448F46-9EC7-D241-8D0D-C9F8CE444587}"/>
              </a:ext>
            </a:extLst>
          </p:cNvPr>
          <p:cNvSpPr>
            <a:spLocks noGrp="1"/>
          </p:cNvSpPr>
          <p:nvPr>
            <p:ph type="pic" sz="quarter" idx="16"/>
          </p:nvPr>
        </p:nvSpPr>
        <p:spPr>
          <a:xfrm>
            <a:off x="4717229" y="3489650"/>
            <a:ext cx="7103296" cy="3000050"/>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4F0BB453-DBEE-8444-B7F9-D23382304FAD}"/>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6CFA513F-20A5-894E-99F3-C1EFF12BD93D}" type="datetime1">
              <a:rPr lang="en-CA" smtClean="0"/>
              <a:t>2026-06-08</a:t>
            </a:fld>
            <a:endParaRPr lang="en-CA"/>
          </a:p>
        </p:txBody>
      </p:sp>
      <p:sp>
        <p:nvSpPr>
          <p:cNvPr id="8" name="Footer Placeholder 4">
            <a:extLst>
              <a:ext uri="{FF2B5EF4-FFF2-40B4-BE49-F238E27FC236}">
                <a16:creationId xmlns:a16="http://schemas.microsoft.com/office/drawing/2014/main" id="{4E7EE71F-FAA0-7C4F-9A69-0E98D22224B0}"/>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4835D0DC-5A49-864C-815F-CB2C50AE827B}"/>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914615380"/>
      </p:ext>
    </p:extLst>
  </p:cSld>
  <p:clrMapOvr>
    <a:masterClrMapping/>
  </p:clrMapOvr>
  <p:extLst>
    <p:ext uri="{DCECCB84-F9BA-43D5-87BE-67443E8EF086}">
      <p15:sldGuideLst xmlns:p15="http://schemas.microsoft.com/office/powerpoint/2012/main">
        <p15:guide id="3" orient="horz" pos="408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4-Picture Grid (Landscape)">
    <p:spTree>
      <p:nvGrpSpPr>
        <p:cNvPr id="1" name=""/>
        <p:cNvGrpSpPr/>
        <p:nvPr/>
      </p:nvGrpSpPr>
      <p:grpSpPr>
        <a:xfrm>
          <a:off x="0" y="0"/>
          <a:ext cx="0" cy="0"/>
          <a:chOff x="0" y="0"/>
          <a:chExt cx="0" cy="0"/>
        </a:xfrm>
      </p:grpSpPr>
      <p:sp>
        <p:nvSpPr>
          <p:cNvPr id="6" name="Title 21">
            <a:extLst>
              <a:ext uri="{FF2B5EF4-FFF2-40B4-BE49-F238E27FC236}">
                <a16:creationId xmlns:a16="http://schemas.microsoft.com/office/drawing/2014/main" id="{D969E83F-05F7-8447-9C56-2938C4C2B4CF}"/>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16" name="Picture Placeholder 8">
            <a:extLst>
              <a:ext uri="{FF2B5EF4-FFF2-40B4-BE49-F238E27FC236}">
                <a16:creationId xmlns:a16="http://schemas.microsoft.com/office/drawing/2014/main" id="{62D07E0A-3D5A-1743-9B2C-B72959F114C8}"/>
              </a:ext>
            </a:extLst>
          </p:cNvPr>
          <p:cNvSpPr>
            <a:spLocks noGrp="1"/>
          </p:cNvSpPr>
          <p:nvPr>
            <p:ph type="pic" sz="quarter" idx="18"/>
          </p:nvPr>
        </p:nvSpPr>
        <p:spPr>
          <a:xfrm>
            <a:off x="381000" y="360000"/>
            <a:ext cx="5636552" cy="3706670"/>
          </a:xfrm>
        </p:spPr>
        <p:txBody>
          <a:bodyPr/>
          <a:lstStyle>
            <a:lvl1pPr marL="0" indent="0">
              <a:buNone/>
              <a:defRPr/>
            </a:lvl1pPr>
          </a:lstStyle>
          <a:p>
            <a:r>
              <a:rPr lang="en-US"/>
              <a:t>Click icon to add picture</a:t>
            </a:r>
            <a:endParaRPr lang="en-CA"/>
          </a:p>
        </p:txBody>
      </p:sp>
      <p:sp>
        <p:nvSpPr>
          <p:cNvPr id="19" name="Picture Placeholder 8">
            <a:extLst>
              <a:ext uri="{FF2B5EF4-FFF2-40B4-BE49-F238E27FC236}">
                <a16:creationId xmlns:a16="http://schemas.microsoft.com/office/drawing/2014/main" id="{7D995437-A232-3B48-9549-102803B3209B}"/>
              </a:ext>
            </a:extLst>
          </p:cNvPr>
          <p:cNvSpPr>
            <a:spLocks noGrp="1"/>
          </p:cNvSpPr>
          <p:nvPr>
            <p:ph type="pic" sz="quarter" idx="20"/>
          </p:nvPr>
        </p:nvSpPr>
        <p:spPr>
          <a:xfrm>
            <a:off x="381000" y="4196268"/>
            <a:ext cx="2745868" cy="2293431"/>
          </a:xfrm>
        </p:spPr>
        <p:txBody>
          <a:bodyPr/>
          <a:lstStyle>
            <a:lvl1pPr marL="0" indent="0">
              <a:buNone/>
              <a:defRPr/>
            </a:lvl1pPr>
          </a:lstStyle>
          <a:p>
            <a:r>
              <a:rPr lang="en-US"/>
              <a:t>Click icon to add picture</a:t>
            </a:r>
            <a:endParaRPr lang="en-CA"/>
          </a:p>
        </p:txBody>
      </p:sp>
      <p:sp>
        <p:nvSpPr>
          <p:cNvPr id="18" name="Picture Placeholder 8">
            <a:extLst>
              <a:ext uri="{FF2B5EF4-FFF2-40B4-BE49-F238E27FC236}">
                <a16:creationId xmlns:a16="http://schemas.microsoft.com/office/drawing/2014/main" id="{06B8797C-2A90-C04A-8E40-90C173AE0987}"/>
              </a:ext>
            </a:extLst>
          </p:cNvPr>
          <p:cNvSpPr>
            <a:spLocks noGrp="1"/>
          </p:cNvSpPr>
          <p:nvPr>
            <p:ph type="pic" sz="quarter" idx="19"/>
          </p:nvPr>
        </p:nvSpPr>
        <p:spPr>
          <a:xfrm>
            <a:off x="3257519" y="4196269"/>
            <a:ext cx="2760033" cy="2293431"/>
          </a:xfrm>
        </p:spPr>
        <p:txBody>
          <a:bodyPr/>
          <a:lstStyle>
            <a:lvl1pPr marL="0" indent="0">
              <a:buNone/>
              <a:defRPr/>
            </a:lvl1pPr>
          </a:lstStyle>
          <a:p>
            <a:r>
              <a:rPr lang="en-US"/>
              <a:t>Click icon to add picture</a:t>
            </a:r>
            <a:endParaRPr lang="en-CA"/>
          </a:p>
        </p:txBody>
      </p:sp>
      <p:sp>
        <p:nvSpPr>
          <p:cNvPr id="9" name="Picture Placeholder 8">
            <a:extLst>
              <a:ext uri="{FF2B5EF4-FFF2-40B4-BE49-F238E27FC236}">
                <a16:creationId xmlns:a16="http://schemas.microsoft.com/office/drawing/2014/main" id="{0BAEDB00-7364-074D-B301-A8475A77F07A}"/>
              </a:ext>
            </a:extLst>
          </p:cNvPr>
          <p:cNvSpPr>
            <a:spLocks noGrp="1"/>
          </p:cNvSpPr>
          <p:nvPr>
            <p:ph type="pic" sz="quarter" idx="13"/>
          </p:nvPr>
        </p:nvSpPr>
        <p:spPr>
          <a:xfrm>
            <a:off x="6153351" y="360001"/>
            <a:ext cx="5667174" cy="6129700"/>
          </a:xfrm>
        </p:spPr>
        <p:txBody>
          <a:bodyPr/>
          <a:lstStyle>
            <a:lvl1pPr marL="0" indent="0">
              <a:buNone/>
              <a:defRPr/>
            </a:lvl1pPr>
          </a:lstStyle>
          <a:p>
            <a:r>
              <a:rPr lang="en-US"/>
              <a:t>Click icon to add picture</a:t>
            </a:r>
            <a:endParaRPr lang="en-CA"/>
          </a:p>
        </p:txBody>
      </p:sp>
      <p:sp>
        <p:nvSpPr>
          <p:cNvPr id="7" name="Date Placeholder 3">
            <a:extLst>
              <a:ext uri="{FF2B5EF4-FFF2-40B4-BE49-F238E27FC236}">
                <a16:creationId xmlns:a16="http://schemas.microsoft.com/office/drawing/2014/main" id="{1054E135-1818-6B43-9447-E5FA1C31B3B8}"/>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0A7E2EB4-1937-884C-9F06-FADC31BB3F61}" type="datetime1">
              <a:rPr lang="en-CA" smtClean="0"/>
              <a:t>2026-06-08</a:t>
            </a:fld>
            <a:endParaRPr lang="en-CA"/>
          </a:p>
        </p:txBody>
      </p:sp>
      <p:sp>
        <p:nvSpPr>
          <p:cNvPr id="8" name="Footer Placeholder 4">
            <a:extLst>
              <a:ext uri="{FF2B5EF4-FFF2-40B4-BE49-F238E27FC236}">
                <a16:creationId xmlns:a16="http://schemas.microsoft.com/office/drawing/2014/main" id="{E41BE689-B32F-444E-B582-302A70D1C0E8}"/>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10" name="Slide Number Placeholder 5">
            <a:extLst>
              <a:ext uri="{FF2B5EF4-FFF2-40B4-BE49-F238E27FC236}">
                <a16:creationId xmlns:a16="http://schemas.microsoft.com/office/drawing/2014/main" id="{51DACFED-F7F6-5C43-A0CA-88CB7E163BA5}"/>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01092414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4" name="Media Placeholder 2">
            <a:extLst>
              <a:ext uri="{FF2B5EF4-FFF2-40B4-BE49-F238E27FC236}">
                <a16:creationId xmlns:a16="http://schemas.microsoft.com/office/drawing/2014/main" id="{B08A1DBD-0DD6-9A4C-A0E5-F7B42055330F}"/>
              </a:ext>
            </a:extLst>
          </p:cNvPr>
          <p:cNvSpPr>
            <a:spLocks noGrp="1"/>
          </p:cNvSpPr>
          <p:nvPr>
            <p:ph type="media" sz="quarter" idx="10"/>
          </p:nvPr>
        </p:nvSpPr>
        <p:spPr>
          <a:xfrm>
            <a:off x="0" y="0"/>
            <a:ext cx="12192000" cy="6858000"/>
          </a:xfrm>
        </p:spPr>
        <p:txBody>
          <a:bodyPr/>
          <a:lstStyle/>
          <a:p>
            <a:r>
              <a:rPr lang="en-US"/>
              <a:t>Click icon to add media</a:t>
            </a:r>
            <a:endParaRPr lang="en-CA"/>
          </a:p>
        </p:txBody>
      </p:sp>
      <p:sp>
        <p:nvSpPr>
          <p:cNvPr id="3" name="Title 21">
            <a:extLst>
              <a:ext uri="{FF2B5EF4-FFF2-40B4-BE49-F238E27FC236}">
                <a16:creationId xmlns:a16="http://schemas.microsoft.com/office/drawing/2014/main" id="{D884024C-A553-3D46-AF15-089E65BE161E}"/>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5" name="Date Placeholder 3">
            <a:extLst>
              <a:ext uri="{FF2B5EF4-FFF2-40B4-BE49-F238E27FC236}">
                <a16:creationId xmlns:a16="http://schemas.microsoft.com/office/drawing/2014/main" id="{961BD581-E07E-2848-8F78-34D6BD31004B}"/>
              </a:ext>
            </a:extLst>
          </p:cNvPr>
          <p:cNvSpPr>
            <a:spLocks noGrp="1"/>
          </p:cNvSpPr>
          <p:nvPr>
            <p:ph type="dt" sz="half"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E0C2BB71-3236-C942-9EDE-CD9030A2ACA3}" type="datetime1">
              <a:rPr lang="en-CA" smtClean="0"/>
              <a:t>2026-06-08</a:t>
            </a:fld>
            <a:endParaRPr lang="en-CA"/>
          </a:p>
        </p:txBody>
      </p:sp>
      <p:sp>
        <p:nvSpPr>
          <p:cNvPr id="6" name="Footer Placeholder 4">
            <a:extLst>
              <a:ext uri="{FF2B5EF4-FFF2-40B4-BE49-F238E27FC236}">
                <a16:creationId xmlns:a16="http://schemas.microsoft.com/office/drawing/2014/main" id="{AC075F37-26A0-C946-9E47-9C0C00B2B8D7}"/>
              </a:ext>
            </a:extLst>
          </p:cNvPr>
          <p:cNvSpPr>
            <a:spLocks noGrp="1"/>
          </p:cNvSpPr>
          <p:nvPr>
            <p:ph type="ftr"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7" name="Slide Number Placeholder 5">
            <a:extLst>
              <a:ext uri="{FF2B5EF4-FFF2-40B4-BE49-F238E27FC236}">
                <a16:creationId xmlns:a16="http://schemas.microsoft.com/office/drawing/2014/main" id="{80D2998A-7A65-A14F-8950-3B252A3D96FF}"/>
              </a:ext>
            </a:extLst>
          </p:cNvPr>
          <p:cNvSpPr>
            <a:spLocks noGrp="1"/>
          </p:cNvSpPr>
          <p:nvPr>
            <p:ph type="sldNum" sz="quarter" idx="13"/>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339324735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07B6E-E330-8E41-AC14-CF48EC8C5A56}"/>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7570F376-3BF1-E54D-94F7-DF7335A0D804}"/>
              </a:ext>
            </a:extLst>
          </p:cNvPr>
          <p:cNvSpPr>
            <a:spLocks noGrp="1"/>
          </p:cNvSpPr>
          <p:nvPr>
            <p:ph type="dt" sz="half" idx="10"/>
          </p:nvPr>
        </p:nvSpPr>
        <p:spPr/>
        <p:txBody>
          <a:bodyPr/>
          <a:lstStyle/>
          <a:p>
            <a:fld id="{101D422F-F6AE-9F4E-B031-6D2CB17B0ED9}" type="datetime1">
              <a:rPr lang="en-CA" smtClean="0"/>
              <a:t>2026-06-08</a:t>
            </a:fld>
            <a:endParaRPr lang="en-CA"/>
          </a:p>
        </p:txBody>
      </p:sp>
      <p:sp>
        <p:nvSpPr>
          <p:cNvPr id="4" name="Footer Placeholder 3">
            <a:extLst>
              <a:ext uri="{FF2B5EF4-FFF2-40B4-BE49-F238E27FC236}">
                <a16:creationId xmlns:a16="http://schemas.microsoft.com/office/drawing/2014/main" id="{5D2B8E35-E3AD-3047-8DE5-24B24F2015DE}"/>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04F3E1ED-7C41-E948-BDB5-0E3684C3F5A0}"/>
              </a:ext>
            </a:extLst>
          </p:cNvPr>
          <p:cNvSpPr>
            <a:spLocks noGrp="1"/>
          </p:cNvSpPr>
          <p:nvPr>
            <p:ph type="sldNum" sz="quarter" idx="12"/>
          </p:nvPr>
        </p:nvSpPr>
        <p:spPr/>
        <p:txBody>
          <a:bodyPr/>
          <a:lstStyle/>
          <a:p>
            <a:fld id="{1BD90C89-BB05-D647-8C9B-C2376028CB3D}" type="slidenum">
              <a:rPr lang="en-CA" smtClean="0"/>
              <a:t>‹#›</a:t>
            </a:fld>
            <a:endParaRPr lang="en-CA"/>
          </a:p>
        </p:txBody>
      </p:sp>
    </p:spTree>
    <p:extLst>
      <p:ext uri="{BB962C8B-B14F-4D97-AF65-F5344CB8AC3E}">
        <p14:creationId xmlns:p14="http://schemas.microsoft.com/office/powerpoint/2010/main" val="34345978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itle 21">
            <a:extLst>
              <a:ext uri="{FF2B5EF4-FFF2-40B4-BE49-F238E27FC236}">
                <a16:creationId xmlns:a16="http://schemas.microsoft.com/office/drawing/2014/main" id="{6A215945-98FA-5949-A7B5-BC7234A45954}"/>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sp>
        <p:nvSpPr>
          <p:cNvPr id="9" name="Date Placeholder 8">
            <a:extLst>
              <a:ext uri="{FF2B5EF4-FFF2-40B4-BE49-F238E27FC236}">
                <a16:creationId xmlns:a16="http://schemas.microsoft.com/office/drawing/2014/main" id="{CFB5BC00-CF23-B147-941C-D77565351FD3}"/>
              </a:ext>
            </a:extLst>
          </p:cNvPr>
          <p:cNvSpPr>
            <a:spLocks noGrp="1"/>
          </p:cNvSpPr>
          <p:nvPr>
            <p:ph type="dt" sz="half" idx="10"/>
          </p:nvPr>
        </p:nvSpPr>
        <p:spPr/>
        <p:txBody>
          <a:bodyPr/>
          <a:lstStyle/>
          <a:p>
            <a:fld id="{D9450FA4-61DB-484B-A2E6-BEA4A5888E82}" type="datetime1">
              <a:rPr lang="en-CA" smtClean="0"/>
              <a:t>2026-06-08</a:t>
            </a:fld>
            <a:endParaRPr lang="en-CA"/>
          </a:p>
        </p:txBody>
      </p:sp>
      <p:sp>
        <p:nvSpPr>
          <p:cNvPr id="10" name="Footer Placeholder 9">
            <a:extLst>
              <a:ext uri="{FF2B5EF4-FFF2-40B4-BE49-F238E27FC236}">
                <a16:creationId xmlns:a16="http://schemas.microsoft.com/office/drawing/2014/main" id="{23D8660F-54A9-2F46-A87C-89AA91AC10F6}"/>
              </a:ext>
            </a:extLst>
          </p:cNvPr>
          <p:cNvSpPr>
            <a:spLocks noGrp="1"/>
          </p:cNvSpPr>
          <p:nvPr>
            <p:ph type="ftr" sz="quarter" idx="11"/>
          </p:nvPr>
        </p:nvSpPr>
        <p:spPr/>
        <p:txBody>
          <a:bodyPr/>
          <a:lstStyle/>
          <a:p>
            <a:endParaRPr lang="en-CA"/>
          </a:p>
        </p:txBody>
      </p:sp>
      <p:sp>
        <p:nvSpPr>
          <p:cNvPr id="11" name="Slide Number Placeholder 10">
            <a:extLst>
              <a:ext uri="{FF2B5EF4-FFF2-40B4-BE49-F238E27FC236}">
                <a16:creationId xmlns:a16="http://schemas.microsoft.com/office/drawing/2014/main" id="{8DD8FEDF-70C8-A144-BDC8-03E60A8D3849}"/>
              </a:ext>
            </a:extLst>
          </p:cNvPr>
          <p:cNvSpPr>
            <a:spLocks noGrp="1"/>
          </p:cNvSpPr>
          <p:nvPr>
            <p:ph type="sldNum" sz="quarter" idx="12"/>
          </p:nvPr>
        </p:nvSpPr>
        <p:spPr/>
        <p:txBody>
          <a:bodyPr/>
          <a:lstStyle/>
          <a:p>
            <a:fld id="{E4ECB127-6B1D-4440-BB59-CB7FB51359B3}" type="slidenum">
              <a:rPr lang="en-CA" smtClean="0"/>
              <a:pPr/>
              <a:t>‹#›</a:t>
            </a:fld>
            <a:endParaRPr lang="en-CA"/>
          </a:p>
        </p:txBody>
      </p:sp>
    </p:spTree>
    <p:extLst>
      <p:ext uri="{BB962C8B-B14F-4D97-AF65-F5344CB8AC3E}">
        <p14:creationId xmlns:p14="http://schemas.microsoft.com/office/powerpoint/2010/main" val="27986592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 Defy Gravity">
    <p:spTree>
      <p:nvGrpSpPr>
        <p:cNvPr id="1" name=""/>
        <p:cNvGrpSpPr/>
        <p:nvPr/>
      </p:nvGrpSpPr>
      <p:grpSpPr>
        <a:xfrm>
          <a:off x="0" y="0"/>
          <a:ext cx="0" cy="0"/>
          <a:chOff x="0" y="0"/>
          <a:chExt cx="0" cy="0"/>
        </a:xfrm>
      </p:grpSpPr>
      <p:sp>
        <p:nvSpPr>
          <p:cNvPr id="4" name="Title 21">
            <a:extLst>
              <a:ext uri="{FF2B5EF4-FFF2-40B4-BE49-F238E27FC236}">
                <a16:creationId xmlns:a16="http://schemas.microsoft.com/office/drawing/2014/main" id="{2221BF23-9200-7D47-BA13-6C83F7D7C3AF}"/>
              </a:ext>
            </a:extLst>
          </p:cNvPr>
          <p:cNvSpPr>
            <a:spLocks noGrp="1"/>
          </p:cNvSpPr>
          <p:nvPr>
            <p:ph type="title" hasCustomPrompt="1"/>
          </p:nvPr>
        </p:nvSpPr>
        <p:spPr>
          <a:xfrm>
            <a:off x="0" y="-527539"/>
            <a:ext cx="12192000" cy="513471"/>
          </a:xfrm>
        </p:spPr>
        <p:txBody>
          <a:bodyPr anchor="b">
            <a:noAutofit/>
          </a:bodyPr>
          <a:lstStyle>
            <a:lvl1pPr>
              <a:defRPr sz="1800">
                <a:solidFill>
                  <a:schemeClr val="tx1"/>
                </a:solidFill>
              </a:defRPr>
            </a:lvl1pPr>
          </a:lstStyle>
          <a:p>
            <a:r>
              <a:rPr lang="en-US"/>
              <a:t>Slides without a title in the content area requires a title for accessibility purposes.</a:t>
            </a:r>
            <a:br>
              <a:rPr lang="en-US"/>
            </a:br>
            <a:r>
              <a:rPr lang="en-US"/>
              <a:t>Click to add title — title will not appear in this presentation but will appear on screen readers.</a:t>
            </a:r>
            <a:endParaRPr lang="en-CA"/>
          </a:p>
        </p:txBody>
      </p:sp>
      <p:pic>
        <p:nvPicPr>
          <p:cNvPr id="3" name="Graphic 2">
            <a:extLst>
              <a:ext uri="{FF2B5EF4-FFF2-40B4-BE49-F238E27FC236}">
                <a16:creationId xmlns:a16="http://schemas.microsoft.com/office/drawing/2014/main" id="{D6D28ABB-00A7-A24D-917A-D7A3E90FCFA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780265" y="5944561"/>
            <a:ext cx="980558" cy="520650"/>
          </a:xfrm>
          <a:prstGeom prst="rect">
            <a:avLst/>
          </a:prstGeom>
        </p:spPr>
      </p:pic>
      <p:sp>
        <p:nvSpPr>
          <p:cNvPr id="7" name="Date Placeholder 3">
            <a:extLst>
              <a:ext uri="{FF2B5EF4-FFF2-40B4-BE49-F238E27FC236}">
                <a16:creationId xmlns:a16="http://schemas.microsoft.com/office/drawing/2014/main" id="{24525305-72E1-4A42-A1C3-45F9B781C6DA}"/>
              </a:ext>
            </a:extLst>
          </p:cNvPr>
          <p:cNvSpPr>
            <a:spLocks noGrp="1"/>
          </p:cNvSpPr>
          <p:nvPr>
            <p:ph type="dt" sz="half" idx="10"/>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AD898DEA-DA6B-EB46-8B23-14C37EE46E93}" type="datetime1">
              <a:rPr lang="en-CA" smtClean="0"/>
              <a:t>2026-06-08</a:t>
            </a:fld>
            <a:endParaRPr lang="en-CA"/>
          </a:p>
        </p:txBody>
      </p:sp>
      <p:sp>
        <p:nvSpPr>
          <p:cNvPr id="8" name="Footer Placeholder 4">
            <a:extLst>
              <a:ext uri="{FF2B5EF4-FFF2-40B4-BE49-F238E27FC236}">
                <a16:creationId xmlns:a16="http://schemas.microsoft.com/office/drawing/2014/main" id="{B8FAEB46-5512-D443-84C3-9E31A072EC34}"/>
              </a:ext>
            </a:extLst>
          </p:cNvPr>
          <p:cNvSpPr>
            <a:spLocks noGrp="1"/>
          </p:cNvSpPr>
          <p:nvPr>
            <p:ph type="ftr" sz="quarter" idx="11"/>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endParaRPr lang="en-CA"/>
          </a:p>
        </p:txBody>
      </p:sp>
      <p:sp>
        <p:nvSpPr>
          <p:cNvPr id="9" name="Slide Number Placeholder 5">
            <a:extLst>
              <a:ext uri="{FF2B5EF4-FFF2-40B4-BE49-F238E27FC236}">
                <a16:creationId xmlns:a16="http://schemas.microsoft.com/office/drawing/2014/main" id="{684EACBE-4253-CE46-A2A2-163225A9DDC3}"/>
              </a:ext>
            </a:extLst>
          </p:cNvPr>
          <p:cNvSpPr>
            <a:spLocks noGrp="1"/>
          </p:cNvSpPr>
          <p:nvPr>
            <p:ph type="sldNum" sz="quarter" idx="12"/>
          </p:nvPr>
        </p:nvSpPr>
        <p:spPr>
          <a:xfrm>
            <a:off x="0" y="6858000"/>
            <a:ext cx="0" cy="0"/>
          </a:xfrm>
          <a:ln>
            <a:solidFill>
              <a:schemeClr val="bg1">
                <a:alpha val="0"/>
              </a:schemeClr>
            </a:solidFill>
          </a:ln>
        </p:spPr>
        <p:txBody>
          <a:bodyPr/>
          <a:lstStyle>
            <a:lvl1pPr>
              <a:defRPr sz="100">
                <a:solidFill>
                  <a:schemeClr val="bg2">
                    <a:alpha val="0"/>
                  </a:schemeClr>
                </a:solidFill>
              </a:defRPr>
            </a:lvl1pPr>
          </a:lstStyle>
          <a:p>
            <a:fld id="{1BD90C89-BB05-D647-8C9B-C2376028CB3D}" type="slidenum">
              <a:rPr lang="en-CA" smtClean="0"/>
              <a:pPr/>
              <a:t>‹#›</a:t>
            </a:fld>
            <a:endParaRPr lang="en-CA"/>
          </a:p>
        </p:txBody>
      </p:sp>
    </p:spTree>
    <p:extLst>
      <p:ext uri="{BB962C8B-B14F-4D97-AF65-F5344CB8AC3E}">
        <p14:creationId xmlns:p14="http://schemas.microsoft.com/office/powerpoint/2010/main" val="2178858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474159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image" Target="../media/image1.sv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5C3088E-7FA3-A744-8DF6-ABAC5B10CEB7}"/>
              </a:ext>
            </a:extLst>
          </p:cNvPr>
          <p:cNvSpPr>
            <a:spLocks noGrp="1"/>
          </p:cNvSpPr>
          <p:nvPr>
            <p:ph type="title"/>
          </p:nvPr>
        </p:nvSpPr>
        <p:spPr>
          <a:xfrm>
            <a:off x="381001" y="441325"/>
            <a:ext cx="8570912" cy="989849"/>
          </a:xfrm>
          <a:prstGeom prst="rect">
            <a:avLst/>
          </a:prstGeom>
        </p:spPr>
        <p:txBody>
          <a:bodyPr vert="horz" lIns="91440" tIns="45720" rIns="91440" bIns="45720" rtlCol="0" anchor="t">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EC20995-51C1-4D4B-AC96-2295AFD7871E}"/>
              </a:ext>
            </a:extLst>
          </p:cNvPr>
          <p:cNvSpPr>
            <a:spLocks noGrp="1"/>
          </p:cNvSpPr>
          <p:nvPr>
            <p:ph type="body" idx="1"/>
          </p:nvPr>
        </p:nvSpPr>
        <p:spPr>
          <a:xfrm>
            <a:off x="381000" y="1592262"/>
            <a:ext cx="8570912" cy="41767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7D9E4F-8117-414A-AA32-48A0F364B4B6}"/>
              </a:ext>
            </a:extLst>
          </p:cNvPr>
          <p:cNvSpPr>
            <a:spLocks noGrp="1"/>
          </p:cNvSpPr>
          <p:nvPr>
            <p:ph type="dt" sz="half" idx="2"/>
          </p:nvPr>
        </p:nvSpPr>
        <p:spPr>
          <a:xfrm>
            <a:off x="19844" y="6862062"/>
            <a:ext cx="2141538" cy="260079"/>
          </a:xfrm>
          <a:prstGeom prst="rect">
            <a:avLst/>
          </a:prstGeom>
        </p:spPr>
        <p:txBody>
          <a:bodyPr vert="horz" lIns="91440" tIns="45720" rIns="91440" bIns="45720" rtlCol="0" anchor="ctr"/>
          <a:lstStyle>
            <a:lvl1pPr algn="l">
              <a:defRPr sz="1200">
                <a:solidFill>
                  <a:schemeClr val="tx1">
                    <a:tint val="75000"/>
                  </a:schemeClr>
                </a:solidFill>
              </a:defRPr>
            </a:lvl1pPr>
          </a:lstStyle>
          <a:p>
            <a:fld id="{495C65DD-6F99-9B43-BBBE-412D03546892}" type="datetime1">
              <a:rPr lang="en-CA" smtClean="0"/>
              <a:t>2026-06-08</a:t>
            </a:fld>
            <a:endParaRPr lang="en-CA"/>
          </a:p>
        </p:txBody>
      </p:sp>
      <p:sp>
        <p:nvSpPr>
          <p:cNvPr id="5" name="Footer Placeholder 4">
            <a:extLst>
              <a:ext uri="{FF2B5EF4-FFF2-40B4-BE49-F238E27FC236}">
                <a16:creationId xmlns:a16="http://schemas.microsoft.com/office/drawing/2014/main" id="{92A3FA6A-6A21-2C4D-80E7-472BB9B590C9}"/>
              </a:ext>
            </a:extLst>
          </p:cNvPr>
          <p:cNvSpPr>
            <a:spLocks noGrp="1"/>
          </p:cNvSpPr>
          <p:nvPr>
            <p:ph type="ftr" sz="quarter" idx="3"/>
          </p:nvPr>
        </p:nvSpPr>
        <p:spPr>
          <a:xfrm>
            <a:off x="2524125" y="6229815"/>
            <a:ext cx="8575675" cy="260079"/>
          </a:xfrm>
          <a:prstGeom prst="rect">
            <a:avLst/>
          </a:prstGeom>
        </p:spPr>
        <p:txBody>
          <a:bodyPr vert="horz" lIns="91440" tIns="45720" rIns="91440" bIns="45720" rtlCol="0" anchor="b"/>
          <a:lstStyle>
            <a:lvl1pPr algn="r">
              <a:defRPr sz="1200">
                <a:solidFill>
                  <a:schemeClr val="tx1">
                    <a:tint val="75000"/>
                  </a:schemeClr>
                </a:solidFill>
              </a:defRPr>
            </a:lvl1pPr>
          </a:lstStyle>
          <a:p>
            <a:endParaRPr lang="en-CA"/>
          </a:p>
        </p:txBody>
      </p:sp>
      <p:sp>
        <p:nvSpPr>
          <p:cNvPr id="7" name="Slide Number Placeholder 6">
            <a:extLst>
              <a:ext uri="{FF2B5EF4-FFF2-40B4-BE49-F238E27FC236}">
                <a16:creationId xmlns:a16="http://schemas.microsoft.com/office/drawing/2014/main" id="{7AD69A23-1B35-CA4B-914C-DFDB1F88ED8B}"/>
              </a:ext>
            </a:extLst>
          </p:cNvPr>
          <p:cNvSpPr>
            <a:spLocks noGrp="1"/>
          </p:cNvSpPr>
          <p:nvPr>
            <p:ph type="sldNum" sz="quarter" idx="4"/>
          </p:nvPr>
        </p:nvSpPr>
        <p:spPr>
          <a:xfrm>
            <a:off x="11099800" y="6229815"/>
            <a:ext cx="711199" cy="264676"/>
          </a:xfrm>
          <a:prstGeom prst="rect">
            <a:avLst/>
          </a:prstGeom>
        </p:spPr>
        <p:txBody>
          <a:bodyPr vert="horz" lIns="91440" tIns="45720" rIns="91440" bIns="45720" rtlCol="0" anchor="ctr"/>
          <a:lstStyle>
            <a:lvl1pPr algn="r">
              <a:defRPr sz="1000">
                <a:solidFill>
                  <a:schemeClr val="tx1"/>
                </a:solidFill>
              </a:defRPr>
            </a:lvl1pPr>
          </a:lstStyle>
          <a:p>
            <a:fld id="{E4ECB127-6B1D-4440-BB59-CB7FB51359B3}" type="slidenum">
              <a:rPr lang="en-CA" smtClean="0"/>
              <a:pPr/>
              <a:t>‹#›</a:t>
            </a:fld>
            <a:endParaRPr lang="en-CA"/>
          </a:p>
        </p:txBody>
      </p:sp>
      <p:pic>
        <p:nvPicPr>
          <p:cNvPr id="11" name="Graphic 10">
            <a:extLst>
              <a:ext uri="{FF2B5EF4-FFF2-40B4-BE49-F238E27FC236}">
                <a16:creationId xmlns:a16="http://schemas.microsoft.com/office/drawing/2014/main" id="{2B14473B-1DC1-9140-A0CE-09C4EFC44F7B}"/>
              </a:ext>
            </a:extLst>
          </p:cNvPr>
          <p:cNvPicPr>
            <a:picLocks noChangeAspect="1"/>
          </p:cNvPicPr>
          <p:nvPr userDrawn="1"/>
        </p:nvPicPr>
        <p:blipFill>
          <a:blip>
            <a:extLst>
              <a:ext uri="{96DAC541-7B7A-43D3-8B79-37D633B846F1}">
                <asvg:svgBlip xmlns:asvg="http://schemas.microsoft.com/office/drawing/2016/SVG/main" r:embed="rId54"/>
              </a:ext>
            </a:extLst>
          </a:blip>
          <a:stretch>
            <a:fillRect/>
          </a:stretch>
        </p:blipFill>
        <p:spPr>
          <a:xfrm>
            <a:off x="457200" y="5933280"/>
            <a:ext cx="1587500" cy="571500"/>
          </a:xfrm>
          <a:prstGeom prst="rect">
            <a:avLst/>
          </a:prstGeom>
        </p:spPr>
      </p:pic>
    </p:spTree>
    <p:extLst>
      <p:ext uri="{BB962C8B-B14F-4D97-AF65-F5344CB8AC3E}">
        <p14:creationId xmlns:p14="http://schemas.microsoft.com/office/powerpoint/2010/main" val="1256069002"/>
      </p:ext>
    </p:extLst>
  </p:cSld>
  <p:clrMap bg1="lt1" tx1="dk1" bg2="lt2" tx2="dk2" accent1="accent1" accent2="accent2" accent3="accent3" accent4="accent4" accent5="accent5" accent6="accent6" hlink="hlink" folHlink="folHlink"/>
  <p:sldLayoutIdLst>
    <p:sldLayoutId id="2147483776" r:id="rId1"/>
    <p:sldLayoutId id="2147483771" r:id="rId2"/>
    <p:sldLayoutId id="2147483675" r:id="rId3"/>
    <p:sldLayoutId id="2147483714" r:id="rId4"/>
    <p:sldLayoutId id="2147483775" r:id="rId5"/>
    <p:sldLayoutId id="2147483680" r:id="rId6"/>
    <p:sldLayoutId id="2147483719" r:id="rId7"/>
    <p:sldLayoutId id="2147483787" r:id="rId8"/>
    <p:sldLayoutId id="2147483679" r:id="rId9"/>
    <p:sldLayoutId id="2147483677" r:id="rId10"/>
    <p:sldLayoutId id="2147483778" r:id="rId11"/>
    <p:sldLayoutId id="2147483663" r:id="rId12"/>
    <p:sldLayoutId id="2147483683" r:id="rId13"/>
    <p:sldLayoutId id="2147483682" r:id="rId14"/>
    <p:sldLayoutId id="2147483678" r:id="rId15"/>
    <p:sldLayoutId id="2147483684" r:id="rId16"/>
    <p:sldLayoutId id="2147483777" r:id="rId17"/>
    <p:sldLayoutId id="2147483686" r:id="rId18"/>
    <p:sldLayoutId id="2147483779" r:id="rId19"/>
    <p:sldLayoutId id="2147483780" r:id="rId20"/>
    <p:sldLayoutId id="2147483692" r:id="rId21"/>
    <p:sldLayoutId id="2147483689" r:id="rId22"/>
    <p:sldLayoutId id="2147483695" r:id="rId23"/>
    <p:sldLayoutId id="2147483710" r:id="rId24"/>
    <p:sldLayoutId id="2147483783" r:id="rId25"/>
    <p:sldLayoutId id="2147483693" r:id="rId26"/>
    <p:sldLayoutId id="2147483784" r:id="rId27"/>
    <p:sldLayoutId id="2147483711" r:id="rId28"/>
    <p:sldLayoutId id="2147483712" r:id="rId29"/>
    <p:sldLayoutId id="2147483757" r:id="rId30"/>
    <p:sldLayoutId id="2147483708" r:id="rId31"/>
    <p:sldLayoutId id="2147483707" r:id="rId32"/>
    <p:sldLayoutId id="2147483706" r:id="rId33"/>
    <p:sldLayoutId id="2147483768" r:id="rId34"/>
    <p:sldLayoutId id="2147483769" r:id="rId35"/>
    <p:sldLayoutId id="2147483788" r:id="rId36"/>
    <p:sldLayoutId id="2147483789" r:id="rId37"/>
    <p:sldLayoutId id="2147483790" r:id="rId38"/>
    <p:sldLayoutId id="2147483725" r:id="rId39"/>
    <p:sldLayoutId id="2147483697" r:id="rId40"/>
    <p:sldLayoutId id="2147483699" r:id="rId41"/>
    <p:sldLayoutId id="2147483721" r:id="rId42"/>
    <p:sldLayoutId id="2147483720" r:id="rId43"/>
    <p:sldLayoutId id="2147483764" r:id="rId44"/>
    <p:sldLayoutId id="2147483722" r:id="rId45"/>
    <p:sldLayoutId id="2147483723" r:id="rId46"/>
    <p:sldLayoutId id="2147483765" r:id="rId47"/>
    <p:sldLayoutId id="2147483767" r:id="rId48"/>
    <p:sldLayoutId id="2147483781" r:id="rId49"/>
    <p:sldLayoutId id="2147483782" r:id="rId50"/>
    <p:sldLayoutId id="2147483760" r:id="rId51"/>
    <p:sldLayoutId id="2147483791" r:id="rId52"/>
  </p:sldLayoutIdLst>
  <p:hf hdr="0" ftr="0" dt="0"/>
  <p:txStyles>
    <p:title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p:titleStyle>
    <p:body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3634" userDrawn="1">
          <p15:clr>
            <a:srgbClr val="5ACBF0"/>
          </p15:clr>
        </p15:guide>
        <p15:guide id="7" orient="horz" pos="278" userDrawn="1">
          <p15:clr>
            <a:srgbClr val="5ACBF0"/>
          </p15:clr>
        </p15:guide>
        <p15:guide id="9" pos="240" userDrawn="1">
          <p15:clr>
            <a:srgbClr val="F26B43"/>
          </p15:clr>
        </p15:guide>
        <p15:guide id="10" pos="7440" userDrawn="1">
          <p15:clr>
            <a:srgbClr val="F26B43"/>
          </p15:clr>
        </p15:guide>
        <p15:guide id="11" orient="horz" pos="228" userDrawn="1">
          <p15:clr>
            <a:srgbClr val="F26B43"/>
          </p15:clr>
        </p15:guide>
        <p15:guide id="12" orient="horz" pos="4091" userDrawn="1">
          <p15:clr>
            <a:srgbClr val="F26B43"/>
          </p15:clr>
        </p15:guide>
        <p15:guide id="13" pos="288" userDrawn="1">
          <p15:clr>
            <a:srgbClr val="5ACBF0"/>
          </p15:clr>
        </p15:guide>
        <p15:guide id="14" pos="7392" userDrawn="1">
          <p15:clr>
            <a:srgbClr val="5ACBF0"/>
          </p15:clr>
        </p15:guide>
        <p15:guide id="15" orient="horz" pos="3744" userDrawn="1">
          <p15:clr>
            <a:srgbClr val="F26B43"/>
          </p15:clr>
        </p15:guide>
        <p15:guide id="16" pos="672" userDrawn="1">
          <p15:clr>
            <a:srgbClr val="FDE53C"/>
          </p15:clr>
        </p15:guide>
        <p15:guide id="17" pos="1139" userDrawn="1">
          <p15:clr>
            <a:srgbClr val="FDE53C"/>
          </p15:clr>
        </p15:guide>
        <p15:guide id="18" pos="1590" userDrawn="1">
          <p15:clr>
            <a:srgbClr val="FDE53C"/>
          </p15:clr>
        </p15:guide>
        <p15:guide id="19" pos="2040" userDrawn="1">
          <p15:clr>
            <a:srgbClr val="9FCC3B"/>
          </p15:clr>
        </p15:guide>
        <p15:guide id="20" pos="2490" userDrawn="1">
          <p15:clr>
            <a:srgbClr val="FDE53C"/>
          </p15:clr>
        </p15:guide>
        <p15:guide id="21" pos="2939" userDrawn="1">
          <p15:clr>
            <a:srgbClr val="FDE53C"/>
          </p15:clr>
        </p15:guide>
        <p15:guide id="22" pos="3391" userDrawn="1">
          <p15:clr>
            <a:srgbClr val="FDE53C"/>
          </p15:clr>
        </p15:guide>
        <p15:guide id="23" pos="3840" userDrawn="1">
          <p15:clr>
            <a:srgbClr val="5ACBF0"/>
          </p15:clr>
        </p15:guide>
        <p15:guide id="24" pos="4290" userDrawn="1">
          <p15:clr>
            <a:srgbClr val="FDE53C"/>
          </p15:clr>
        </p15:guide>
        <p15:guide id="25" pos="4740" userDrawn="1">
          <p15:clr>
            <a:srgbClr val="FDE53C"/>
          </p15:clr>
        </p15:guide>
        <p15:guide id="26" pos="5190" userDrawn="1">
          <p15:clr>
            <a:srgbClr val="FDE53C"/>
          </p15:clr>
        </p15:guide>
        <p15:guide id="27" pos="5639" userDrawn="1">
          <p15:clr>
            <a:srgbClr val="9FCC3B"/>
          </p15:clr>
        </p15:guide>
        <p15:guide id="28" pos="6089" userDrawn="1">
          <p15:clr>
            <a:srgbClr val="FDE53C"/>
          </p15:clr>
        </p15:guide>
        <p15:guide id="29" pos="6539" userDrawn="1">
          <p15:clr>
            <a:srgbClr val="FDE53C"/>
          </p15:clr>
        </p15:guide>
        <p15:guide id="30" pos="6992" userDrawn="1">
          <p15:clr>
            <a:srgbClr val="FDE53C"/>
          </p15:clr>
        </p15:guide>
        <p15:guide id="31" orient="horz" pos="1002" userDrawn="1">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xml"/><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31.xml"/><Relationship Id="rId5" Type="http://schemas.openxmlformats.org/officeDocument/2006/relationships/image" Target="../media/image23.pn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8.xml"/><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33.xml"/><Relationship Id="rId6" Type="http://schemas.openxmlformats.org/officeDocument/2006/relationships/hyperlink" Target="https://utoronto-my.sharepoint.com/:u:/r/personal/laura_sievewrightjohnston_mail_utoronto_ca/Documents/APS1049%20Team%202%20Deloitte%20folder/Sample%20Inputs%20and%20Outputs/Sample%201%20-%20UYBIA/Generated%20Artifacts/RAID%20Log.html?csf=1&amp;web=1&amp;e=AQibun" TargetMode="External"/><Relationship Id="rId5" Type="http://schemas.openxmlformats.org/officeDocument/2006/relationships/hyperlink" Target="https://utoronto-my.sharepoint.com/:u:/r/personal/laura_sievewrightjohnston_mail_utoronto_ca/Documents/APS1049%20Team%202%20Deloitte%20folder/Sample%20Inputs%20and%20Outputs/Sample%201%20-%20UYBIA/Generated%20Artifacts/Status%20Report.html?csf=1&amp;web=1&amp;e=CQaiMA" TargetMode="External"/><Relationship Id="rId4" Type="http://schemas.openxmlformats.org/officeDocument/2006/relationships/hyperlink" Target="https://utoronto-my.sharepoint.com/:u:/r/personal/laura_sievewrightjohnston_mail_utoronto_ca/Documents/APS1049%20Team%202%20Deloitte%20folder/Sample%20Inputs%20and%20Outputs/Sample%201%20-%20UYBIA/Generated%20Artifacts/WBS.html?csf=1&amp;web=1&amp;e=9XkQHA"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52.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WBS%20Template.xlsx?d=w93412bc7b6904b7e81ac5e411159def0&amp;csf=1&amp;web=1&amp;e=fxTmIv"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WBS%20Template.xlsx?d=w93412bc7b6904b7e81ac5e411159def0&amp;csf=1&amp;web=1&amp;e=fxTmIv"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_Team%202-RAID%20Log-Template.xlsx?d=w6e05506b2ded4751b65ee1f6dbeba820&amp;csf=1&amp;web=1&amp;e=jHHgxL"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20Stakeholder%20Map%20Samples.xlsx?d=w06d9fbb123ba4c048e4224d01a118b21&amp;csf=1&amp;web=1&amp;e=ZYPxSb"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18.xml"/><Relationship Id="rId4" Type="http://schemas.openxmlformats.org/officeDocument/2006/relationships/hyperlink" Target="https://utoronto-my.sharepoint.com/:x:/r/personal/laura_sievewrightjohnston_mail_utoronto_ca/Documents/APS1049%20Team%202%20Deloitte%20folder/Templates/APS1049%20RACI%20Template.xlsx?d=w6cdd0a12df2f40dc93e2e1f60d9e0ee3&amp;csf=1&amp;web=1&amp;e=iVFfsy"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8.xml"/><Relationship Id="rId4" Type="http://schemas.openxmlformats.org/officeDocument/2006/relationships/hyperlink" Target="https://utoronto-my.sharepoint.com/:w:/r/personal/laura_sievewrightjohnston_mail_utoronto_ca/Documents/APS1049%20Team%202%20Deloitte%20folder/Templates/APS1049_Team%202-Weekly%20Status%20Report.docx?d=w63cb4d44ccc84d97a2845fd342c2a798&amp;csf=1&amp;web=1&amp;e=96HVig"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18.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1%20-%20UYBIA?csf=1&amp;web=1&amp;e=SEw34g"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8.xml"/><Relationship Id="rId4" Type="http://schemas.openxmlformats.org/officeDocument/2006/relationships/hyperlink" Target="https://utoronto-my.sharepoint.com/:f:/r/personal/laura_sievewrightjohnston_mail_utoronto_ca/Documents/APS1049%20Team%202%20Deloitte%20folder/Sample%20Inputs%20and%20Outputs/Sample%202%20-%20Connecticut%20Children%E2%80%99s%20Foundation?csf=1&amp;web=1&amp;e=Mx8a7A"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D2E6D-81CD-1647-80F4-8D3C970C84D0}"/>
              </a:ext>
            </a:extLst>
          </p:cNvPr>
          <p:cNvSpPr>
            <a:spLocks noGrp="1"/>
          </p:cNvSpPr>
          <p:nvPr>
            <p:ph type="ctrTitle"/>
          </p:nvPr>
        </p:nvSpPr>
        <p:spPr/>
        <p:txBody>
          <a:bodyPr/>
          <a:lstStyle/>
          <a:p>
            <a:r>
              <a:rPr lang="en-US"/>
              <a:t>AI Engagement Agent </a:t>
            </a:r>
            <a:endParaRPr lang="en-CA"/>
          </a:p>
        </p:txBody>
      </p:sp>
      <p:sp>
        <p:nvSpPr>
          <p:cNvPr id="3" name="Subtitle 2">
            <a:extLst>
              <a:ext uri="{FF2B5EF4-FFF2-40B4-BE49-F238E27FC236}">
                <a16:creationId xmlns:a16="http://schemas.microsoft.com/office/drawing/2014/main" id="{6671CCF2-222F-4C42-B1FC-7B329B64085E}"/>
              </a:ext>
            </a:extLst>
          </p:cNvPr>
          <p:cNvSpPr>
            <a:spLocks noGrp="1"/>
          </p:cNvSpPr>
          <p:nvPr>
            <p:ph type="subTitle" idx="1"/>
          </p:nvPr>
        </p:nvSpPr>
        <p:spPr/>
        <p:txBody>
          <a:bodyPr/>
          <a:lstStyle/>
          <a:p>
            <a:r>
              <a:rPr lang="en-CA"/>
              <a:t>Presented by:</a:t>
            </a:r>
          </a:p>
          <a:p>
            <a:r>
              <a:rPr lang="en-CA" b="1"/>
              <a:t>UofT APS1049 Team 2</a:t>
            </a:r>
            <a:br>
              <a:rPr lang="en-CA"/>
            </a:br>
            <a:r>
              <a:rPr lang="en-CA"/>
              <a:t>Work done with support from Deloitte Mentors</a:t>
            </a:r>
          </a:p>
          <a:p>
            <a:r>
              <a:rPr lang="en-CA"/>
              <a:t>June 11, 2025</a:t>
            </a:r>
          </a:p>
          <a:p>
            <a:endParaRPr lang="en-CA"/>
          </a:p>
        </p:txBody>
      </p:sp>
      <p:sp>
        <p:nvSpPr>
          <p:cNvPr id="4" name="Slide Number Placeholder 3">
            <a:extLst>
              <a:ext uri="{FF2B5EF4-FFF2-40B4-BE49-F238E27FC236}">
                <a16:creationId xmlns:a16="http://schemas.microsoft.com/office/drawing/2014/main" id="{C1F9BB0F-9E0F-904C-BD07-59931C069C7C}"/>
              </a:ext>
            </a:extLst>
          </p:cNvPr>
          <p:cNvSpPr>
            <a:spLocks noGrp="1"/>
          </p:cNvSpPr>
          <p:nvPr>
            <p:ph type="sldNum" sz="quarter" idx="12"/>
          </p:nvPr>
        </p:nvSpPr>
        <p:spPr/>
        <p:txBody>
          <a:bodyPr/>
          <a:lstStyle/>
          <a:p>
            <a:fld id="{1BD90C89-BB05-D647-8C9B-C2376028CB3D}" type="slidenum">
              <a:rPr lang="en-CA" smtClean="0"/>
              <a:pPr/>
              <a:t>1</a:t>
            </a:fld>
            <a:endParaRPr lang="en-CA"/>
          </a:p>
        </p:txBody>
      </p:sp>
    </p:spTree>
    <p:extLst>
      <p:ext uri="{BB962C8B-B14F-4D97-AF65-F5344CB8AC3E}">
        <p14:creationId xmlns:p14="http://schemas.microsoft.com/office/powerpoint/2010/main" val="27228496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987AE-B7F5-6C15-1F28-6D0B67640B3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7098FDD-3535-D01E-8292-9ADAF77D468E}"/>
              </a:ext>
            </a:extLst>
          </p:cNvPr>
          <p:cNvSpPr>
            <a:spLocks noGrp="1"/>
          </p:cNvSpPr>
          <p:nvPr>
            <p:ph type="sldNum" sz="quarter" idx="12"/>
          </p:nvPr>
        </p:nvSpPr>
        <p:spPr/>
        <p:txBody>
          <a:bodyPr/>
          <a:lstStyle/>
          <a:p>
            <a:fld id="{E4ECB127-6B1D-4440-BB59-CB7FB51359B3}" type="slidenum">
              <a:rPr lang="en-CA" smtClean="0"/>
              <a:pPr/>
              <a:t>2</a:t>
            </a:fld>
            <a:endParaRPr lang="en-CA"/>
          </a:p>
        </p:txBody>
      </p:sp>
      <p:sp>
        <p:nvSpPr>
          <p:cNvPr id="4" name="Text Placeholder 3">
            <a:extLst>
              <a:ext uri="{FF2B5EF4-FFF2-40B4-BE49-F238E27FC236}">
                <a16:creationId xmlns:a16="http://schemas.microsoft.com/office/drawing/2014/main" id="{3EA2FD11-7345-71B8-10FC-7E10C21BEA4B}"/>
              </a:ext>
            </a:extLst>
          </p:cNvPr>
          <p:cNvSpPr>
            <a:spLocks noGrp="1"/>
          </p:cNvSpPr>
          <p:nvPr>
            <p:ph type="body" sz="quarter" idx="13"/>
          </p:nvPr>
        </p:nvSpPr>
        <p:spPr>
          <a:xfrm>
            <a:off x="380418" y="874942"/>
            <a:ext cx="8570912" cy="377144"/>
          </a:xfrm>
        </p:spPr>
        <p:txBody>
          <a:bodyPr>
            <a:normAutofit fontScale="85000" lnSpcReduction="10000"/>
          </a:bodyPr>
          <a:lstStyle/>
          <a:p>
            <a:r>
              <a:rPr lang="en-CA"/>
              <a:t>Our team from UofT’s APS1049 class, has collaborated with our Deloitte mentors to bring this project to you. </a:t>
            </a:r>
          </a:p>
          <a:p>
            <a:endParaRPr lang="en-CA"/>
          </a:p>
        </p:txBody>
      </p:sp>
      <p:sp>
        <p:nvSpPr>
          <p:cNvPr id="5" name="Title 4">
            <a:extLst>
              <a:ext uri="{FF2B5EF4-FFF2-40B4-BE49-F238E27FC236}">
                <a16:creationId xmlns:a16="http://schemas.microsoft.com/office/drawing/2014/main" id="{38B9BC25-0E73-28BB-843B-6F6F1BDEC55C}"/>
              </a:ext>
            </a:extLst>
          </p:cNvPr>
          <p:cNvSpPr>
            <a:spLocks noGrp="1"/>
          </p:cNvSpPr>
          <p:nvPr>
            <p:ph type="title"/>
          </p:nvPr>
        </p:nvSpPr>
        <p:spPr/>
        <p:txBody>
          <a:bodyPr/>
          <a:lstStyle/>
          <a:p>
            <a:r>
              <a:rPr lang="en-CA"/>
              <a:t>Introductions</a:t>
            </a:r>
          </a:p>
        </p:txBody>
      </p:sp>
      <p:pic>
        <p:nvPicPr>
          <p:cNvPr id="20" name="Picture 19" descr="A person smiling at the camera&#10;&#10;AI-generated content may be incorrect.">
            <a:extLst>
              <a:ext uri="{FF2B5EF4-FFF2-40B4-BE49-F238E27FC236}">
                <a16:creationId xmlns:a16="http://schemas.microsoft.com/office/drawing/2014/main" id="{B0667EAC-AFB8-F613-2349-13D1D4FCACAF}"/>
              </a:ext>
            </a:extLst>
          </p:cNvPr>
          <p:cNvPicPr>
            <a:picLocks noChangeAspect="1"/>
          </p:cNvPicPr>
          <p:nvPr/>
        </p:nvPicPr>
        <p:blipFill>
          <a:blip r:embed="rId3"/>
          <a:stretch>
            <a:fillRect/>
          </a:stretch>
        </p:blipFill>
        <p:spPr>
          <a:xfrm>
            <a:off x="8742291" y="1348612"/>
            <a:ext cx="1132351" cy="1143461"/>
          </a:xfrm>
          <a:prstGeom prst="rect">
            <a:avLst/>
          </a:prstGeom>
        </p:spPr>
      </p:pic>
      <p:pic>
        <p:nvPicPr>
          <p:cNvPr id="21" name="Picture 20" descr="A person in a suit and tie&#10;&#10;AI-generated content may be incorrect.">
            <a:extLst>
              <a:ext uri="{FF2B5EF4-FFF2-40B4-BE49-F238E27FC236}">
                <a16:creationId xmlns:a16="http://schemas.microsoft.com/office/drawing/2014/main" id="{26BCA5AD-AD80-9050-FF59-6196BA1E0872}"/>
              </a:ext>
            </a:extLst>
          </p:cNvPr>
          <p:cNvPicPr>
            <a:picLocks noChangeAspect="1"/>
          </p:cNvPicPr>
          <p:nvPr/>
        </p:nvPicPr>
        <p:blipFill>
          <a:blip r:embed="rId4"/>
          <a:stretch>
            <a:fillRect/>
          </a:stretch>
        </p:blipFill>
        <p:spPr>
          <a:xfrm>
            <a:off x="3554541" y="1359989"/>
            <a:ext cx="1111333" cy="1132084"/>
          </a:xfrm>
          <a:prstGeom prst="rect">
            <a:avLst/>
          </a:prstGeom>
        </p:spPr>
      </p:pic>
      <p:pic>
        <p:nvPicPr>
          <p:cNvPr id="22" name="Picture 21" descr="A person in a suit and tie&#10;&#10;AI-generated content may be incorrect.">
            <a:extLst>
              <a:ext uri="{FF2B5EF4-FFF2-40B4-BE49-F238E27FC236}">
                <a16:creationId xmlns:a16="http://schemas.microsoft.com/office/drawing/2014/main" id="{A767815D-D69E-F8C8-8B2B-0320E1DECDD3}"/>
              </a:ext>
            </a:extLst>
          </p:cNvPr>
          <p:cNvPicPr>
            <a:picLocks noChangeAspect="1"/>
          </p:cNvPicPr>
          <p:nvPr/>
        </p:nvPicPr>
        <p:blipFill>
          <a:blip r:embed="rId5"/>
          <a:stretch>
            <a:fillRect/>
          </a:stretch>
        </p:blipFill>
        <p:spPr>
          <a:xfrm>
            <a:off x="7776324" y="3888691"/>
            <a:ext cx="1175589" cy="1175589"/>
          </a:xfrm>
          <a:prstGeom prst="rect">
            <a:avLst/>
          </a:prstGeom>
        </p:spPr>
      </p:pic>
      <p:pic>
        <p:nvPicPr>
          <p:cNvPr id="23" name="Picture 22" descr="A person smiling at camera&#10;&#10;AI-generated content may be incorrect.">
            <a:extLst>
              <a:ext uri="{FF2B5EF4-FFF2-40B4-BE49-F238E27FC236}">
                <a16:creationId xmlns:a16="http://schemas.microsoft.com/office/drawing/2014/main" id="{051A6893-A310-E61A-9541-CF81D45CDA7F}"/>
              </a:ext>
            </a:extLst>
          </p:cNvPr>
          <p:cNvPicPr>
            <a:picLocks noChangeAspect="1"/>
          </p:cNvPicPr>
          <p:nvPr/>
        </p:nvPicPr>
        <p:blipFill>
          <a:blip r:embed="rId6"/>
          <a:stretch>
            <a:fillRect/>
          </a:stretch>
        </p:blipFill>
        <p:spPr>
          <a:xfrm>
            <a:off x="2194302" y="3891770"/>
            <a:ext cx="1133154" cy="1172510"/>
          </a:xfrm>
          <a:prstGeom prst="rect">
            <a:avLst/>
          </a:prstGeom>
        </p:spPr>
      </p:pic>
      <p:pic>
        <p:nvPicPr>
          <p:cNvPr id="24" name="Picture 23" descr="A person with dark hair and a black shirt&#10;&#10;AI-generated content may be incorrect.">
            <a:extLst>
              <a:ext uri="{FF2B5EF4-FFF2-40B4-BE49-F238E27FC236}">
                <a16:creationId xmlns:a16="http://schemas.microsoft.com/office/drawing/2014/main" id="{14A66BDD-FE5F-D1B1-2336-CB55E31FC289}"/>
              </a:ext>
            </a:extLst>
          </p:cNvPr>
          <p:cNvPicPr>
            <a:picLocks noChangeAspect="1"/>
          </p:cNvPicPr>
          <p:nvPr/>
        </p:nvPicPr>
        <p:blipFill>
          <a:blip r:embed="rId7"/>
          <a:stretch>
            <a:fillRect/>
          </a:stretch>
        </p:blipFill>
        <p:spPr>
          <a:xfrm>
            <a:off x="870438" y="1359989"/>
            <a:ext cx="1124855" cy="1132217"/>
          </a:xfrm>
          <a:prstGeom prst="rect">
            <a:avLst/>
          </a:prstGeom>
        </p:spPr>
      </p:pic>
      <p:pic>
        <p:nvPicPr>
          <p:cNvPr id="25" name="Picture 24" descr="A person with a beard smiling&#10;&#10;AI-generated content may be incorrect.">
            <a:extLst>
              <a:ext uri="{FF2B5EF4-FFF2-40B4-BE49-F238E27FC236}">
                <a16:creationId xmlns:a16="http://schemas.microsoft.com/office/drawing/2014/main" id="{919CE548-9951-2716-1FBF-39C4AC19ABD1}"/>
              </a:ext>
            </a:extLst>
          </p:cNvPr>
          <p:cNvPicPr>
            <a:picLocks noChangeAspect="1"/>
          </p:cNvPicPr>
          <p:nvPr/>
        </p:nvPicPr>
        <p:blipFill>
          <a:blip r:embed="rId8"/>
          <a:stretch>
            <a:fillRect/>
          </a:stretch>
        </p:blipFill>
        <p:spPr>
          <a:xfrm>
            <a:off x="6209733" y="1407624"/>
            <a:ext cx="1115082" cy="1132217"/>
          </a:xfrm>
          <a:prstGeom prst="rect">
            <a:avLst/>
          </a:prstGeom>
        </p:spPr>
      </p:pic>
      <p:pic>
        <p:nvPicPr>
          <p:cNvPr id="26" name="Picture 25" descr="A person in a suit and tie&#10;&#10;AI-generated content may be incorrect.">
            <a:extLst>
              <a:ext uri="{FF2B5EF4-FFF2-40B4-BE49-F238E27FC236}">
                <a16:creationId xmlns:a16="http://schemas.microsoft.com/office/drawing/2014/main" id="{E06DD1F2-7D42-BD0F-E738-088E432866DB}"/>
              </a:ext>
            </a:extLst>
          </p:cNvPr>
          <p:cNvPicPr>
            <a:picLocks noChangeAspect="1"/>
          </p:cNvPicPr>
          <p:nvPr/>
        </p:nvPicPr>
        <p:blipFill>
          <a:blip r:embed="rId9"/>
          <a:stretch>
            <a:fillRect/>
          </a:stretch>
        </p:blipFill>
        <p:spPr>
          <a:xfrm>
            <a:off x="4858059" y="3899935"/>
            <a:ext cx="1189644" cy="1164345"/>
          </a:xfrm>
          <a:prstGeom prst="rect">
            <a:avLst/>
          </a:prstGeom>
        </p:spPr>
      </p:pic>
      <p:sp>
        <p:nvSpPr>
          <p:cNvPr id="27" name="TextBox 27">
            <a:extLst>
              <a:ext uri="{FF2B5EF4-FFF2-40B4-BE49-F238E27FC236}">
                <a16:creationId xmlns:a16="http://schemas.microsoft.com/office/drawing/2014/main" id="{0F112BFA-A57B-61AC-A894-C1A01E1DB860}"/>
              </a:ext>
            </a:extLst>
          </p:cNvPr>
          <p:cNvSpPr txBox="1"/>
          <p:nvPr/>
        </p:nvSpPr>
        <p:spPr>
          <a:xfrm>
            <a:off x="8165669" y="2539841"/>
            <a:ext cx="2816825" cy="1292662"/>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Sohen</a:t>
            </a:r>
            <a:r>
              <a:rPr lang="en-CA" sz="1500" b="1" kern="1200">
                <a:latin typeface="Trebuchet MS"/>
              </a:rPr>
              <a:t> </a:t>
            </a:r>
            <a:r>
              <a:rPr lang="en-CA" sz="1500" b="1" kern="1200" err="1">
                <a:latin typeface="Trebuchet MS"/>
              </a:rPr>
              <a:t>Azizuddin</a:t>
            </a:r>
            <a:r>
              <a:rPr lang="en-CA" sz="1500" b="1" kern="1200">
                <a:latin typeface="Trebuchet MS"/>
              </a:rPr>
              <a:t> Patel</a:t>
            </a:r>
          </a:p>
          <a:p>
            <a:pPr algn="ctr"/>
            <a:r>
              <a:rPr lang="en-CA" sz="1500">
                <a:latin typeface="Trebuchet MS"/>
                <a:ea typeface="Calibri"/>
                <a:cs typeface="Calibri"/>
              </a:rPr>
              <a:t>MEng 2026, Mech &amp; Indy Eng</a:t>
            </a:r>
            <a:endParaRPr lang="en-CA" sz="1500">
              <a:latin typeface="Trebuchet MS"/>
            </a:endParaRPr>
          </a:p>
          <a:p>
            <a:endParaRPr lang="en-CA" sz="1500" b="1">
              <a:latin typeface="Arial"/>
              <a:cs typeface="Arial"/>
            </a:endParaRPr>
          </a:p>
          <a:p>
            <a:endParaRPr lang="en-CA" sz="1500" b="1">
              <a:latin typeface="Arial"/>
              <a:cs typeface="Arial"/>
            </a:endParaRPr>
          </a:p>
          <a:p>
            <a:pPr algn="ctr"/>
            <a:endParaRPr lang="en-US"/>
          </a:p>
        </p:txBody>
      </p:sp>
      <p:sp>
        <p:nvSpPr>
          <p:cNvPr id="28" name="TextBox 28">
            <a:extLst>
              <a:ext uri="{FF2B5EF4-FFF2-40B4-BE49-F238E27FC236}">
                <a16:creationId xmlns:a16="http://schemas.microsoft.com/office/drawing/2014/main" id="{8AE3778C-DCD8-36A9-AE89-FA32058B65C6}"/>
              </a:ext>
            </a:extLst>
          </p:cNvPr>
          <p:cNvSpPr txBox="1"/>
          <p:nvPr/>
        </p:nvSpPr>
        <p:spPr>
          <a:xfrm>
            <a:off x="7498399" y="5140639"/>
            <a:ext cx="2196452" cy="110799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Zishu</a:t>
            </a:r>
            <a:r>
              <a:rPr lang="en-CA" sz="1500" b="1" kern="1200">
                <a:latin typeface="Trebuchet MS"/>
              </a:rPr>
              <a:t> Fang </a:t>
            </a:r>
          </a:p>
          <a:p>
            <a:pPr algn="ctr"/>
            <a:r>
              <a:rPr lang="en-CA" sz="1500">
                <a:latin typeface="Trebuchet MS"/>
                <a:ea typeface="Calibri"/>
                <a:cs typeface="Calibri"/>
              </a:rPr>
              <a:t>MEng 2026, Civ Eng</a:t>
            </a:r>
          </a:p>
          <a:p>
            <a:endParaRPr lang="en-CA" b="1">
              <a:latin typeface="Arial"/>
              <a:ea typeface="Calibri"/>
              <a:cs typeface="Arial"/>
            </a:endParaRPr>
          </a:p>
          <a:p>
            <a:pPr algn="ctr"/>
            <a:endParaRPr lang="en-US">
              <a:latin typeface="Trebuchet MS" panose="020B0603020202020204"/>
              <a:ea typeface="Calibri"/>
              <a:cs typeface="Arial"/>
            </a:endParaRPr>
          </a:p>
        </p:txBody>
      </p:sp>
      <p:sp>
        <p:nvSpPr>
          <p:cNvPr id="29" name="TextBox 29">
            <a:extLst>
              <a:ext uri="{FF2B5EF4-FFF2-40B4-BE49-F238E27FC236}">
                <a16:creationId xmlns:a16="http://schemas.microsoft.com/office/drawing/2014/main" id="{B814BFEC-ADE6-3B79-0C01-81DE84A77D5E}"/>
              </a:ext>
            </a:extLst>
          </p:cNvPr>
          <p:cNvSpPr txBox="1"/>
          <p:nvPr/>
        </p:nvSpPr>
        <p:spPr>
          <a:xfrm>
            <a:off x="1253717" y="5140639"/>
            <a:ext cx="3364973" cy="110799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 Laura Sievewright</a:t>
            </a:r>
            <a:r>
              <a:rPr lang="en-CA" sz="1500" b="1">
                <a:latin typeface="Trebuchet MS"/>
                <a:cs typeface="Arial"/>
              </a:rPr>
              <a:t>-Johnston</a:t>
            </a:r>
            <a:endParaRPr lang="en-US" sz="1500" b="1">
              <a:latin typeface="Trebuchet MS"/>
            </a:endParaRPr>
          </a:p>
          <a:p>
            <a:r>
              <a:rPr lang="en-CA" sz="1500">
                <a:ea typeface="+mn-lt"/>
                <a:cs typeface="+mn-lt"/>
              </a:rPr>
              <a:t>  MEng 2026, Chem Eng</a:t>
            </a:r>
          </a:p>
          <a:p>
            <a:endParaRPr lang="en-CA">
              <a:ea typeface="+mn-ea"/>
              <a:cs typeface="+mn-cs"/>
            </a:endParaRPr>
          </a:p>
          <a:p>
            <a:pPr algn="ctr"/>
            <a:endParaRPr lang="en-US"/>
          </a:p>
        </p:txBody>
      </p:sp>
      <p:sp>
        <p:nvSpPr>
          <p:cNvPr id="30" name="TextBox 30">
            <a:extLst>
              <a:ext uri="{FF2B5EF4-FFF2-40B4-BE49-F238E27FC236}">
                <a16:creationId xmlns:a16="http://schemas.microsoft.com/office/drawing/2014/main" id="{A6AB941A-BD18-76B9-B4BF-48598A532A33}"/>
              </a:ext>
            </a:extLst>
          </p:cNvPr>
          <p:cNvSpPr txBox="1"/>
          <p:nvPr/>
        </p:nvSpPr>
        <p:spPr>
          <a:xfrm>
            <a:off x="3289961" y="2530387"/>
            <a:ext cx="2162920" cy="830997"/>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Arial"/>
              </a:rPr>
              <a:t> </a:t>
            </a:r>
            <a:r>
              <a:rPr lang="en-CA" sz="1500" b="1" kern="1200">
                <a:latin typeface="Arial"/>
                <a:ea typeface="+mn-ea"/>
                <a:cs typeface="+mn-cs"/>
              </a:rPr>
              <a:t>Samuel</a:t>
            </a:r>
            <a:r>
              <a:rPr lang="en-CA" sz="1500" kern="1200">
                <a:latin typeface="Arial"/>
                <a:ea typeface="+mn-ea"/>
                <a:cs typeface="+mn-cs"/>
              </a:rPr>
              <a:t> </a:t>
            </a:r>
            <a:r>
              <a:rPr lang="en-CA" sz="1500" b="1" kern="1200">
                <a:latin typeface="Arial"/>
                <a:ea typeface="+mn-ea"/>
                <a:cs typeface="+mn-cs"/>
              </a:rPr>
              <a:t>Kuti</a:t>
            </a:r>
            <a:endParaRPr lang="en-US" sz="1500">
              <a:ea typeface="+mn-lt"/>
              <a:cs typeface="+mn-lt"/>
            </a:endParaRPr>
          </a:p>
          <a:p>
            <a:r>
              <a:rPr lang="en-US" sz="1500">
                <a:ea typeface="+mn-lt"/>
                <a:cs typeface="+mn-lt"/>
              </a:rPr>
              <a:t>MEng 2027, Civ Eng</a:t>
            </a:r>
            <a:endParaRPr lang="en-US" sz="1500"/>
          </a:p>
          <a:p>
            <a:pPr algn="ctr"/>
            <a:endParaRPr lang="en-US"/>
          </a:p>
        </p:txBody>
      </p:sp>
      <p:sp>
        <p:nvSpPr>
          <p:cNvPr id="31" name="TextBox 31">
            <a:extLst>
              <a:ext uri="{FF2B5EF4-FFF2-40B4-BE49-F238E27FC236}">
                <a16:creationId xmlns:a16="http://schemas.microsoft.com/office/drawing/2014/main" id="{43FA7591-483B-C4B5-0F2E-A4380D470D6F}"/>
              </a:ext>
            </a:extLst>
          </p:cNvPr>
          <p:cNvSpPr txBox="1"/>
          <p:nvPr/>
        </p:nvSpPr>
        <p:spPr>
          <a:xfrm>
            <a:off x="5756022" y="2530387"/>
            <a:ext cx="2766527" cy="1061829"/>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b="1">
                <a:latin typeface="Trebuchet MS"/>
                <a:cs typeface="Segoe UI"/>
              </a:rPr>
              <a:t>   </a:t>
            </a:r>
            <a:r>
              <a:rPr lang="en-US" sz="1500" b="1" kern="1200">
                <a:latin typeface="Trebuchet MS"/>
                <a:cs typeface="Segoe UI"/>
              </a:rPr>
              <a:t>Sayf Syed</a:t>
            </a:r>
          </a:p>
          <a:p>
            <a:r>
              <a:rPr lang="en-US" sz="1500">
                <a:ea typeface="+mn-lt"/>
                <a:cs typeface="+mn-lt"/>
              </a:rPr>
              <a:t>MEng 2026, Biomed Eng </a:t>
            </a:r>
            <a:endParaRPr lang="en-US"/>
          </a:p>
          <a:p>
            <a:endParaRPr lang="en-US" sz="1500" b="1">
              <a:latin typeface="Arial"/>
              <a:cs typeface="Segoe UI"/>
            </a:endParaRPr>
          </a:p>
          <a:p>
            <a:pPr algn="ctr"/>
            <a:endParaRPr lang="en-US"/>
          </a:p>
        </p:txBody>
      </p:sp>
      <p:sp>
        <p:nvSpPr>
          <p:cNvPr id="32" name="TextBox 32">
            <a:extLst>
              <a:ext uri="{FF2B5EF4-FFF2-40B4-BE49-F238E27FC236}">
                <a16:creationId xmlns:a16="http://schemas.microsoft.com/office/drawing/2014/main" id="{D726BDBC-4ADB-C310-1D98-C2D1D5FE0A08}"/>
              </a:ext>
            </a:extLst>
          </p:cNvPr>
          <p:cNvSpPr txBox="1"/>
          <p:nvPr/>
        </p:nvSpPr>
        <p:spPr>
          <a:xfrm>
            <a:off x="4674562" y="5203295"/>
            <a:ext cx="1797840" cy="784830"/>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500" b="1">
                <a:latin typeface="Arial"/>
                <a:ea typeface="Calibri"/>
                <a:cs typeface="Segoe UI"/>
              </a:rPr>
              <a:t> </a:t>
            </a:r>
            <a:r>
              <a:rPr lang="en-US" sz="1500" b="1" kern="1200">
                <a:latin typeface="Arial"/>
                <a:ea typeface="Calibri"/>
                <a:cs typeface="Segoe UI"/>
              </a:rPr>
              <a:t>Visakh Nair</a:t>
            </a:r>
          </a:p>
          <a:p>
            <a:pPr algn="ctr"/>
            <a:r>
              <a:rPr lang="en-US" sz="1500">
                <a:ea typeface="+mn-lt"/>
                <a:cs typeface="+mn-lt"/>
              </a:rPr>
              <a:t>MEng 2026, Mech &amp; Indy Eng</a:t>
            </a:r>
            <a:endParaRPr lang="en-US" sz="1500"/>
          </a:p>
        </p:txBody>
      </p:sp>
      <p:sp>
        <p:nvSpPr>
          <p:cNvPr id="33" name="TextBox 33">
            <a:extLst>
              <a:ext uri="{FF2B5EF4-FFF2-40B4-BE49-F238E27FC236}">
                <a16:creationId xmlns:a16="http://schemas.microsoft.com/office/drawing/2014/main" id="{F6C066BD-B5BE-FDFA-D54C-B617799860B8}"/>
              </a:ext>
            </a:extLst>
          </p:cNvPr>
          <p:cNvSpPr txBox="1"/>
          <p:nvPr/>
        </p:nvSpPr>
        <p:spPr>
          <a:xfrm>
            <a:off x="743606" y="2524159"/>
            <a:ext cx="2464557" cy="1523494"/>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CA" sz="1500" b="1">
                <a:latin typeface="Trebuchet MS"/>
              </a:rPr>
              <a:t> </a:t>
            </a:r>
            <a:r>
              <a:rPr lang="en-CA" sz="1500" b="1" kern="1200" err="1">
                <a:latin typeface="Trebuchet MS"/>
              </a:rPr>
              <a:t>Ruitong</a:t>
            </a:r>
            <a:r>
              <a:rPr lang="en-CA" sz="1500" b="1" kern="1200">
                <a:latin typeface="Trebuchet MS"/>
              </a:rPr>
              <a:t> Li</a:t>
            </a:r>
          </a:p>
          <a:p>
            <a:r>
              <a:rPr lang="en-CA" sz="1500">
                <a:ea typeface="+mn-lt"/>
                <a:cs typeface="+mn-lt"/>
              </a:rPr>
              <a:t>MEng 2026, Comp </a:t>
            </a:r>
          </a:p>
          <a:p>
            <a:r>
              <a:rPr lang="en-CA" sz="1500">
                <a:ea typeface="+mn-lt"/>
                <a:cs typeface="+mn-lt"/>
              </a:rPr>
              <a:t> &amp; Elec Eng</a:t>
            </a:r>
          </a:p>
          <a:p>
            <a:endParaRPr lang="en-CA" sz="1500" b="1">
              <a:latin typeface="Arial"/>
              <a:cs typeface="Arial"/>
            </a:endParaRPr>
          </a:p>
          <a:p>
            <a:endParaRPr lang="en-CA" sz="1500" b="1">
              <a:latin typeface="Arial"/>
              <a:cs typeface="Arial"/>
            </a:endParaRPr>
          </a:p>
          <a:p>
            <a:pPr algn="ctr"/>
            <a:endParaRPr lang="en-US"/>
          </a:p>
        </p:txBody>
      </p:sp>
      <p:pic>
        <p:nvPicPr>
          <p:cNvPr id="39" name="Picture 38">
            <a:extLst>
              <a:ext uri="{FF2B5EF4-FFF2-40B4-BE49-F238E27FC236}">
                <a16:creationId xmlns:a16="http://schemas.microsoft.com/office/drawing/2014/main" id="{EDDBB689-1F10-E64A-9AE0-C61F5D402F28}"/>
              </a:ext>
            </a:extLst>
          </p:cNvPr>
          <p:cNvPicPr>
            <a:picLocks noChangeAspect="1"/>
          </p:cNvPicPr>
          <p:nvPr/>
        </p:nvPicPr>
        <p:blipFill>
          <a:blip r:embed="rId10"/>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3036035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3A77AF-5DA9-E148-8314-B4F478A2B718}"/>
              </a:ext>
            </a:extLst>
          </p:cNvPr>
          <p:cNvSpPr>
            <a:spLocks noGrp="1"/>
          </p:cNvSpPr>
          <p:nvPr>
            <p:ph type="title"/>
          </p:nvPr>
        </p:nvSpPr>
        <p:spPr>
          <a:xfrm>
            <a:off x="381001" y="441325"/>
            <a:ext cx="8570912" cy="377145"/>
          </a:xfrm>
        </p:spPr>
        <p:txBody>
          <a:bodyPr>
            <a:normAutofit fontScale="90000"/>
          </a:bodyPr>
          <a:lstStyle/>
          <a:p>
            <a:r>
              <a:rPr lang="en-CA"/>
              <a:t>Agenda</a:t>
            </a:r>
          </a:p>
        </p:txBody>
      </p:sp>
      <p:sp>
        <p:nvSpPr>
          <p:cNvPr id="3" name="Content Placeholder 2">
            <a:extLst>
              <a:ext uri="{FF2B5EF4-FFF2-40B4-BE49-F238E27FC236}">
                <a16:creationId xmlns:a16="http://schemas.microsoft.com/office/drawing/2014/main" id="{BEA656B0-2A4A-B146-8D53-C15C91FB70B9}"/>
              </a:ext>
            </a:extLst>
          </p:cNvPr>
          <p:cNvSpPr>
            <a:spLocks noGrp="1"/>
          </p:cNvSpPr>
          <p:nvPr>
            <p:ph sz="quarter" idx="23"/>
          </p:nvPr>
        </p:nvSpPr>
        <p:spPr>
          <a:xfrm>
            <a:off x="380999" y="1592263"/>
            <a:ext cx="8570913" cy="4176712"/>
          </a:xfrm>
        </p:spPr>
        <p:txBody>
          <a:bodyPr>
            <a:noAutofit/>
          </a:bodyPr>
          <a:lstStyle/>
          <a:p>
            <a:r>
              <a:rPr lang="en-CA" sz="3200"/>
              <a:t>Problem Statement and Project Scope</a:t>
            </a:r>
          </a:p>
          <a:p>
            <a:r>
              <a:rPr lang="en-CA" sz="3200"/>
              <a:t>Our Work: Agent Demo </a:t>
            </a:r>
          </a:p>
          <a:p>
            <a:r>
              <a:rPr lang="en-CA" sz="3200"/>
              <a:t>Future Work and Improvements </a:t>
            </a:r>
          </a:p>
          <a:p>
            <a:r>
              <a:rPr lang="en-CA" sz="3200"/>
              <a:t>Appendices </a:t>
            </a:r>
          </a:p>
        </p:txBody>
      </p:sp>
      <p:sp>
        <p:nvSpPr>
          <p:cNvPr id="2" name="Slide Number Placeholder 1">
            <a:extLst>
              <a:ext uri="{FF2B5EF4-FFF2-40B4-BE49-F238E27FC236}">
                <a16:creationId xmlns:a16="http://schemas.microsoft.com/office/drawing/2014/main" id="{A5EA675D-0BA9-9041-905D-812EA943E59F}"/>
              </a:ext>
            </a:extLst>
          </p:cNvPr>
          <p:cNvSpPr>
            <a:spLocks noGrp="1"/>
          </p:cNvSpPr>
          <p:nvPr>
            <p:ph type="sldNum" sz="quarter" idx="12"/>
          </p:nvPr>
        </p:nvSpPr>
        <p:spPr/>
        <p:txBody>
          <a:bodyPr/>
          <a:lstStyle/>
          <a:p>
            <a:fld id="{E4ECB127-6B1D-4440-BB59-CB7FB51359B3}" type="slidenum">
              <a:rPr lang="en-CA" smtClean="0"/>
              <a:pPr/>
              <a:t>3</a:t>
            </a:fld>
            <a:endParaRPr lang="en-CA"/>
          </a:p>
        </p:txBody>
      </p:sp>
      <p:sp>
        <p:nvSpPr>
          <p:cNvPr id="9" name="Text Placeholder 3">
            <a:extLst>
              <a:ext uri="{FF2B5EF4-FFF2-40B4-BE49-F238E27FC236}">
                <a16:creationId xmlns:a16="http://schemas.microsoft.com/office/drawing/2014/main" id="{84F7D216-C938-FFCC-1AB9-3B40708811D1}"/>
              </a:ext>
            </a:extLst>
          </p:cNvPr>
          <p:cNvSpPr txBox="1">
            <a:spLocks/>
          </p:cNvSpPr>
          <p:nvPr/>
        </p:nvSpPr>
        <p:spPr>
          <a:xfrm>
            <a:off x="381000" y="818470"/>
            <a:ext cx="8570912" cy="377144"/>
          </a:xfrm>
          <a:prstGeom prst="rect">
            <a:avLst/>
          </a:prstGeom>
        </p:spPr>
        <p:txBody>
          <a:bodyPr>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chemeClr val="accent5"/>
                </a:solidFill>
              </a:rPr>
              <a:t>The contents of our presentation today</a:t>
            </a:r>
          </a:p>
        </p:txBody>
      </p:sp>
      <p:pic>
        <p:nvPicPr>
          <p:cNvPr id="10" name="Picture 9">
            <a:extLst>
              <a:ext uri="{FF2B5EF4-FFF2-40B4-BE49-F238E27FC236}">
                <a16:creationId xmlns:a16="http://schemas.microsoft.com/office/drawing/2014/main" id="{FFE2A3E9-FE48-7238-5AB8-02205068B0B9}"/>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499909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23573-9C67-B24F-A63C-79588D5C716A}"/>
              </a:ext>
            </a:extLst>
          </p:cNvPr>
          <p:cNvSpPr>
            <a:spLocks noGrp="1"/>
          </p:cNvSpPr>
          <p:nvPr>
            <p:ph type="title"/>
          </p:nvPr>
        </p:nvSpPr>
        <p:spPr/>
        <p:txBody>
          <a:bodyPr/>
          <a:lstStyle/>
          <a:p>
            <a:r>
              <a:rPr lang="en-CA"/>
              <a:t>Problem Statement and Project Scope</a:t>
            </a:r>
          </a:p>
        </p:txBody>
      </p:sp>
      <p:sp>
        <p:nvSpPr>
          <p:cNvPr id="3" name="Subtitle 2">
            <a:extLst>
              <a:ext uri="{FF2B5EF4-FFF2-40B4-BE49-F238E27FC236}">
                <a16:creationId xmlns:a16="http://schemas.microsoft.com/office/drawing/2014/main" id="{90EF9631-F78F-464C-97F2-A352874345D0}"/>
              </a:ext>
            </a:extLst>
          </p:cNvPr>
          <p:cNvSpPr>
            <a:spLocks noGrp="1"/>
          </p:cNvSpPr>
          <p:nvPr>
            <p:ph type="body" idx="1"/>
          </p:nvPr>
        </p:nvSpPr>
        <p:spPr/>
        <p:txBody>
          <a:bodyPr/>
          <a:lstStyle/>
          <a:p>
            <a:r>
              <a:rPr lang="en-CA"/>
              <a:t>That why and what of our project</a:t>
            </a:r>
          </a:p>
        </p:txBody>
      </p:sp>
      <p:sp>
        <p:nvSpPr>
          <p:cNvPr id="4" name="Slide Number Placeholder 3">
            <a:extLst>
              <a:ext uri="{FF2B5EF4-FFF2-40B4-BE49-F238E27FC236}">
                <a16:creationId xmlns:a16="http://schemas.microsoft.com/office/drawing/2014/main" id="{511B5C8E-FB71-164B-A0B3-1673D4ADD045}"/>
              </a:ext>
            </a:extLst>
          </p:cNvPr>
          <p:cNvSpPr>
            <a:spLocks noGrp="1"/>
          </p:cNvSpPr>
          <p:nvPr>
            <p:ph type="sldNum" sz="quarter" idx="12"/>
          </p:nvPr>
        </p:nvSpPr>
        <p:spPr/>
        <p:txBody>
          <a:bodyPr/>
          <a:lstStyle/>
          <a:p>
            <a:fld id="{1BD90C89-BB05-D647-8C9B-C2376028CB3D}" type="slidenum">
              <a:rPr lang="en-CA" smtClean="0"/>
              <a:pPr/>
              <a:t>4</a:t>
            </a:fld>
            <a:endParaRPr lang="en-CA"/>
          </a:p>
        </p:txBody>
      </p:sp>
      <p:pic>
        <p:nvPicPr>
          <p:cNvPr id="7" name="Picture 6">
            <a:extLst>
              <a:ext uri="{FF2B5EF4-FFF2-40B4-BE49-F238E27FC236}">
                <a16:creationId xmlns:a16="http://schemas.microsoft.com/office/drawing/2014/main" id="{93A47F03-DFAF-29E6-AFF6-79E10BF8B884}"/>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908667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4B2A5-68D9-73C5-9285-ED75AFD191AE}"/>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EB06175-3D4D-8E0C-B090-37F4BB544F02}"/>
              </a:ext>
            </a:extLst>
          </p:cNvPr>
          <p:cNvSpPr>
            <a:spLocks noGrp="1"/>
          </p:cNvSpPr>
          <p:nvPr>
            <p:ph type="sldNum" sz="quarter" idx="12"/>
          </p:nvPr>
        </p:nvSpPr>
        <p:spPr/>
        <p:txBody>
          <a:bodyPr/>
          <a:lstStyle/>
          <a:p>
            <a:fld id="{E4ECB127-6B1D-4440-BB59-CB7FB51359B3}" type="slidenum">
              <a:rPr lang="en-CA" smtClean="0"/>
              <a:pPr/>
              <a:t>5</a:t>
            </a:fld>
            <a:endParaRPr lang="en-CA"/>
          </a:p>
        </p:txBody>
      </p:sp>
      <p:sp>
        <p:nvSpPr>
          <p:cNvPr id="4" name="Text Placeholder 3">
            <a:extLst>
              <a:ext uri="{FF2B5EF4-FFF2-40B4-BE49-F238E27FC236}">
                <a16:creationId xmlns:a16="http://schemas.microsoft.com/office/drawing/2014/main" id="{8FA972FF-276F-D4B0-5444-92FD7FD2047B}"/>
              </a:ext>
            </a:extLst>
          </p:cNvPr>
          <p:cNvSpPr>
            <a:spLocks noGrp="1"/>
          </p:cNvSpPr>
          <p:nvPr>
            <p:ph type="body" sz="quarter" idx="13"/>
          </p:nvPr>
        </p:nvSpPr>
        <p:spPr>
          <a:xfrm>
            <a:off x="381001" y="846101"/>
            <a:ext cx="10013829" cy="392219"/>
          </a:xfrm>
        </p:spPr>
        <p:txBody>
          <a:bodyPr vert="horz" lIns="91440" tIns="45720" rIns="91440" bIns="45720" rtlCol="0" anchor="t">
            <a:noAutofit/>
          </a:bodyPr>
          <a:lstStyle/>
          <a:p>
            <a:r>
              <a:rPr lang="en-CA" sz="1200"/>
              <a:t>The current challenge in consulting engagement management, the necessary artifacts are time-consuming </a:t>
            </a:r>
            <a:endParaRPr lang="en-US" sz="1200"/>
          </a:p>
          <a:p>
            <a:endParaRPr lang="en-CA"/>
          </a:p>
        </p:txBody>
      </p:sp>
      <p:sp>
        <p:nvSpPr>
          <p:cNvPr id="5" name="Title 4">
            <a:extLst>
              <a:ext uri="{FF2B5EF4-FFF2-40B4-BE49-F238E27FC236}">
                <a16:creationId xmlns:a16="http://schemas.microsoft.com/office/drawing/2014/main" id="{EBF165D6-4D0A-E5A5-3343-7692D2B2D946}"/>
              </a:ext>
            </a:extLst>
          </p:cNvPr>
          <p:cNvSpPr>
            <a:spLocks noGrp="1"/>
          </p:cNvSpPr>
          <p:nvPr>
            <p:ph type="title"/>
          </p:nvPr>
        </p:nvSpPr>
        <p:spPr>
          <a:xfrm>
            <a:off x="381001" y="441326"/>
            <a:ext cx="8570912" cy="494924"/>
          </a:xfrm>
        </p:spPr>
        <p:txBody>
          <a:bodyPr>
            <a:normAutofit/>
          </a:bodyPr>
          <a:lstStyle/>
          <a:p>
            <a:r>
              <a:rPr lang="en-CA"/>
              <a:t>Problem Statement</a:t>
            </a:r>
            <a:endParaRPr lang="en-CA">
              <a:cs typeface="Arial"/>
            </a:endParaRPr>
          </a:p>
        </p:txBody>
      </p:sp>
      <p:sp>
        <p:nvSpPr>
          <p:cNvPr id="7" name="Content Placeholder 2">
            <a:extLst>
              <a:ext uri="{FF2B5EF4-FFF2-40B4-BE49-F238E27FC236}">
                <a16:creationId xmlns:a16="http://schemas.microsoft.com/office/drawing/2014/main" id="{C5337870-2714-2262-0E0D-AF454E560BDF}"/>
              </a:ext>
            </a:extLst>
          </p:cNvPr>
          <p:cNvSpPr txBox="1">
            <a:spLocks/>
          </p:cNvSpPr>
          <p:nvPr/>
        </p:nvSpPr>
        <p:spPr>
          <a:xfrm>
            <a:off x="381000" y="1514771"/>
            <a:ext cx="10193364" cy="399001"/>
          </a:xfrm>
          <a:prstGeom prst="rect">
            <a:avLst/>
          </a:prstGeom>
        </p:spPr>
        <p:txBody>
          <a:bodyPr lIns="91440" tIns="45720" rIns="91440" bIns="45720" anchor="t"/>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ea typeface="+mn-lt"/>
                <a:cs typeface="+mn-lt"/>
              </a:rPr>
              <a:t>Consulting teams rely on standardized engagement artifacts for governance and client communication, however:</a:t>
            </a:r>
            <a:endParaRPr lang="en-US"/>
          </a:p>
        </p:txBody>
      </p:sp>
      <p:sp>
        <p:nvSpPr>
          <p:cNvPr id="8" name="Rectangle: Rounded Corners 7">
            <a:extLst>
              <a:ext uri="{FF2B5EF4-FFF2-40B4-BE49-F238E27FC236}">
                <a16:creationId xmlns:a16="http://schemas.microsoft.com/office/drawing/2014/main" id="{B19D1A4D-3992-8BC2-AE74-4C536ACDCCF5}"/>
              </a:ext>
            </a:extLst>
          </p:cNvPr>
          <p:cNvSpPr/>
          <p:nvPr/>
        </p:nvSpPr>
        <p:spPr>
          <a:xfrm>
            <a:off x="627681" y="2468105"/>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ea typeface="+mn-lt"/>
                <a:cs typeface="+mn-lt"/>
              </a:rPr>
              <a:t>These artifacts manually created and repeatedly rebuilt across projects</a:t>
            </a:r>
            <a:endParaRPr lang="en-US"/>
          </a:p>
        </p:txBody>
      </p:sp>
      <p:sp>
        <p:nvSpPr>
          <p:cNvPr id="9" name="Arrow: Bent-Up 8">
            <a:extLst>
              <a:ext uri="{FF2B5EF4-FFF2-40B4-BE49-F238E27FC236}">
                <a16:creationId xmlns:a16="http://schemas.microsoft.com/office/drawing/2014/main" id="{97B5363D-60AD-049B-BFD8-3AB14D3CD361}"/>
              </a:ext>
            </a:extLst>
          </p:cNvPr>
          <p:cNvSpPr/>
          <p:nvPr/>
        </p:nvSpPr>
        <p:spPr>
          <a:xfrm rot="5400000">
            <a:off x="3236279" y="3709002"/>
            <a:ext cx="850392" cy="731519"/>
          </a:xfrm>
          <a:prstGeom prst="bentUp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err="1"/>
          </a:p>
        </p:txBody>
      </p:sp>
      <p:sp>
        <p:nvSpPr>
          <p:cNvPr id="10" name="Rectangle: Rounded Corners 9">
            <a:extLst>
              <a:ext uri="{FF2B5EF4-FFF2-40B4-BE49-F238E27FC236}">
                <a16:creationId xmlns:a16="http://schemas.microsoft.com/office/drawing/2014/main" id="{525873C7-0FD9-0C80-7520-7F969466B248}"/>
              </a:ext>
            </a:extLst>
          </p:cNvPr>
          <p:cNvSpPr/>
          <p:nvPr/>
        </p:nvSpPr>
        <p:spPr>
          <a:xfrm>
            <a:off x="4030849" y="3759630"/>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400">
                <a:ea typeface="+mn-lt"/>
                <a:cs typeface="+mn-lt"/>
              </a:rPr>
              <a:t>Creates a time burden on consultants, reducing capacity for higher-value advisory and analytical work</a:t>
            </a:r>
            <a:endParaRPr lang="en-US"/>
          </a:p>
        </p:txBody>
      </p:sp>
      <p:sp>
        <p:nvSpPr>
          <p:cNvPr id="11" name="Arrow: Bent-Up 10">
            <a:extLst>
              <a:ext uri="{FF2B5EF4-FFF2-40B4-BE49-F238E27FC236}">
                <a16:creationId xmlns:a16="http://schemas.microsoft.com/office/drawing/2014/main" id="{92EFF1F2-3693-0F58-D2E0-3FE83B5D3EC3}"/>
              </a:ext>
            </a:extLst>
          </p:cNvPr>
          <p:cNvSpPr/>
          <p:nvPr/>
        </p:nvSpPr>
        <p:spPr>
          <a:xfrm rot="5400000">
            <a:off x="6639447" y="5000526"/>
            <a:ext cx="850392" cy="731519"/>
          </a:xfrm>
          <a:prstGeom prst="bentUpArrow">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err="1"/>
          </a:p>
        </p:txBody>
      </p:sp>
      <p:sp>
        <p:nvSpPr>
          <p:cNvPr id="12" name="Rectangle: Rounded Corners 11">
            <a:extLst>
              <a:ext uri="{FF2B5EF4-FFF2-40B4-BE49-F238E27FC236}">
                <a16:creationId xmlns:a16="http://schemas.microsoft.com/office/drawing/2014/main" id="{B68C15BF-3989-D5C5-5DB0-A4D9D02419B3}"/>
              </a:ext>
            </a:extLst>
          </p:cNvPr>
          <p:cNvSpPr/>
          <p:nvPr/>
        </p:nvSpPr>
        <p:spPr>
          <a:xfrm>
            <a:off x="7434018" y="4967205"/>
            <a:ext cx="3400585" cy="1179161"/>
          </a:xfrm>
          <a:prstGeom prst="roundRect">
            <a:avLst/>
          </a:prstGeom>
          <a:solidFill>
            <a:srgbClr val="1E3765"/>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400">
                <a:ea typeface="+mn-lt"/>
                <a:cs typeface="+mn-lt"/>
              </a:rPr>
              <a:t>Introduces inconsistencies and delays in real-time visibility of risks, dependencies, and stakeholder dynamics, impacting decision-making speed and quality</a:t>
            </a:r>
            <a:endParaRPr lang="en-US"/>
          </a:p>
        </p:txBody>
      </p:sp>
      <p:pic>
        <p:nvPicPr>
          <p:cNvPr id="13" name="Picture 12">
            <a:extLst>
              <a:ext uri="{FF2B5EF4-FFF2-40B4-BE49-F238E27FC236}">
                <a16:creationId xmlns:a16="http://schemas.microsoft.com/office/drawing/2014/main" id="{C28C84AD-3D2E-F13F-7D86-058BB4D07AA4}"/>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1200855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2EF73-1671-DFF7-452C-CEB011EA6B9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5FE72AE-AAB7-EBEC-3AD9-67CFF3C17BA9}"/>
              </a:ext>
            </a:extLst>
          </p:cNvPr>
          <p:cNvSpPr>
            <a:spLocks noGrp="1"/>
          </p:cNvSpPr>
          <p:nvPr>
            <p:ph type="title"/>
          </p:nvPr>
        </p:nvSpPr>
        <p:spPr/>
        <p:txBody>
          <a:bodyPr/>
          <a:lstStyle/>
          <a:p>
            <a:r>
              <a:rPr lang="en-CA"/>
              <a:t>Approach </a:t>
            </a:r>
            <a:r>
              <a:rPr lang="en-CA" b="0"/>
              <a:t>​</a:t>
            </a:r>
            <a:endParaRPr lang="en-CA"/>
          </a:p>
        </p:txBody>
      </p:sp>
      <p:pic>
        <p:nvPicPr>
          <p:cNvPr id="16" name="Picture Placeholder 15">
            <a:extLst>
              <a:ext uri="{FF2B5EF4-FFF2-40B4-BE49-F238E27FC236}">
                <a16:creationId xmlns:a16="http://schemas.microsoft.com/office/drawing/2014/main" id="{3725A580-D7F2-F63C-E32F-3931151B7CF1}"/>
              </a:ext>
            </a:extLst>
          </p:cNvPr>
          <p:cNvPicPr>
            <a:picLocks noGrp="1" noChangeAspect="1"/>
          </p:cNvPicPr>
          <p:nvPr>
            <p:ph type="pic" sz="quarter" idx="13"/>
          </p:nvPr>
        </p:nvPicPr>
        <p:blipFill>
          <a:blip r:embed="rId3"/>
          <a:srcRect/>
          <a:stretch/>
        </p:blipFill>
        <p:spPr/>
      </p:pic>
      <p:sp>
        <p:nvSpPr>
          <p:cNvPr id="5" name="Text Placeholder 4">
            <a:extLst>
              <a:ext uri="{FF2B5EF4-FFF2-40B4-BE49-F238E27FC236}">
                <a16:creationId xmlns:a16="http://schemas.microsoft.com/office/drawing/2014/main" id="{1FFF05C1-8600-4BA7-739B-6D94CEE9B4E0}"/>
              </a:ext>
            </a:extLst>
          </p:cNvPr>
          <p:cNvSpPr>
            <a:spLocks noGrp="1"/>
          </p:cNvSpPr>
          <p:nvPr>
            <p:ph type="body" sz="quarter" idx="17"/>
          </p:nvPr>
        </p:nvSpPr>
        <p:spPr/>
        <p:txBody>
          <a:bodyPr vert="horz" lIns="91440" tIns="45720" rIns="91440" bIns="45720" rtlCol="0" anchor="t">
            <a:normAutofit/>
          </a:bodyPr>
          <a:lstStyle/>
          <a:p>
            <a:pPr marL="0" indent="0">
              <a:buNone/>
            </a:pPr>
            <a:r>
              <a:rPr lang="en-CA" b="1">
                <a:solidFill>
                  <a:schemeClr val="accent3"/>
                </a:solidFill>
              </a:rPr>
              <a:t>Brief Input</a:t>
            </a:r>
          </a:p>
          <a:p>
            <a:pPr marL="172720" indent="-172720"/>
            <a:r>
              <a:rPr lang="en-CA"/>
              <a:t>The brief defines the project context, including:</a:t>
            </a:r>
            <a:endParaRPr lang="en-CA">
              <a:cs typeface="Arial" panose="020B0604020202020204"/>
            </a:endParaRPr>
          </a:p>
          <a:p>
            <a:pPr marL="518795" lvl="1" indent="-175895"/>
            <a:r>
              <a:rPr lang="en-CA"/>
              <a:t>Project objective</a:t>
            </a:r>
            <a:endParaRPr lang="en-CA">
              <a:cs typeface="Arial" panose="020B0604020202020204"/>
            </a:endParaRPr>
          </a:p>
          <a:p>
            <a:pPr marL="518795" lvl="1" indent="-175895"/>
            <a:r>
              <a:rPr lang="en-CA"/>
              <a:t>Scope of work</a:t>
            </a:r>
            <a:endParaRPr lang="en-CA">
              <a:cs typeface="Arial" panose="020B0604020202020204"/>
            </a:endParaRPr>
          </a:p>
          <a:p>
            <a:pPr marL="518795" lvl="1" indent="-175895"/>
            <a:r>
              <a:rPr lang="en-CA"/>
              <a:t>Key artifacts </a:t>
            </a:r>
            <a:endParaRPr lang="en-CA">
              <a:cs typeface="Arial" panose="020B0604020202020204"/>
            </a:endParaRPr>
          </a:p>
          <a:p>
            <a:pPr marL="172720" indent="-172720"/>
            <a:r>
              <a:rPr lang="en-CA"/>
              <a:t>Consultant may also provide optional guidance, such as:</a:t>
            </a:r>
            <a:endParaRPr lang="en-CA">
              <a:cs typeface="Arial"/>
            </a:endParaRPr>
          </a:p>
          <a:p>
            <a:pPr marL="518795" lvl="1" indent="-175895"/>
            <a:r>
              <a:rPr lang="en-CA"/>
              <a:t>Preferred WBS structure</a:t>
            </a:r>
            <a:endParaRPr lang="en-CA">
              <a:cs typeface="Arial"/>
            </a:endParaRPr>
          </a:p>
          <a:p>
            <a:pPr marL="518795" lvl="1" indent="-175895"/>
            <a:r>
              <a:rPr lang="en-CA"/>
              <a:t>Required workstreams</a:t>
            </a:r>
            <a:endParaRPr lang="en-CA">
              <a:cs typeface="Arial"/>
            </a:endParaRPr>
          </a:p>
          <a:p>
            <a:pPr marL="518795" lvl="1" indent="-175895"/>
            <a:r>
              <a:rPr lang="en-CA"/>
              <a:t>RACI framework </a:t>
            </a:r>
            <a:endParaRPr lang="en-CA">
              <a:cs typeface="Arial"/>
            </a:endParaRPr>
          </a:p>
        </p:txBody>
      </p:sp>
      <p:pic>
        <p:nvPicPr>
          <p:cNvPr id="11" name="Picture Placeholder 10">
            <a:extLst>
              <a:ext uri="{FF2B5EF4-FFF2-40B4-BE49-F238E27FC236}">
                <a16:creationId xmlns:a16="http://schemas.microsoft.com/office/drawing/2014/main" id="{C09F566F-3168-FBD8-BD56-188CA790FD3C}"/>
              </a:ext>
            </a:extLst>
          </p:cNvPr>
          <p:cNvPicPr>
            <a:picLocks noGrp="1" noChangeAspect="1"/>
          </p:cNvPicPr>
          <p:nvPr>
            <p:ph type="pic" sz="quarter" idx="18"/>
          </p:nvPr>
        </p:nvPicPr>
        <p:blipFill>
          <a:blip r:embed="rId4"/>
          <a:srcRect/>
          <a:stretch/>
        </p:blipFill>
        <p:spPr/>
      </p:pic>
      <p:sp>
        <p:nvSpPr>
          <p:cNvPr id="7" name="Text Placeholder 6">
            <a:extLst>
              <a:ext uri="{FF2B5EF4-FFF2-40B4-BE49-F238E27FC236}">
                <a16:creationId xmlns:a16="http://schemas.microsoft.com/office/drawing/2014/main" id="{911D945A-FA9F-234C-C366-EBA4915BABB3}"/>
              </a:ext>
            </a:extLst>
          </p:cNvPr>
          <p:cNvSpPr>
            <a:spLocks noGrp="1"/>
          </p:cNvSpPr>
          <p:nvPr>
            <p:ph type="body" sz="quarter" idx="19"/>
          </p:nvPr>
        </p:nvSpPr>
        <p:spPr/>
        <p:txBody>
          <a:bodyPr vert="horz" lIns="91440" tIns="45720" rIns="91440" bIns="45720" rtlCol="0" anchor="t">
            <a:normAutofit/>
          </a:bodyPr>
          <a:lstStyle/>
          <a:p>
            <a:pPr marL="0" indent="0">
              <a:buNone/>
            </a:pPr>
            <a:r>
              <a:rPr lang="en-CA" b="1">
                <a:solidFill>
                  <a:schemeClr val="accent3"/>
                </a:solidFill>
              </a:rPr>
              <a:t>Deliverable Build</a:t>
            </a:r>
          </a:p>
          <a:p>
            <a:pPr marL="172720" indent="-172720"/>
            <a:r>
              <a:rPr lang="en-CA"/>
              <a:t>The agent generates the first draft:</a:t>
            </a:r>
            <a:endParaRPr lang="en-CA">
              <a:cs typeface="Arial" panose="020B0604020202020204"/>
            </a:endParaRPr>
          </a:p>
          <a:p>
            <a:pPr marL="518795" lvl="1" indent="-175895"/>
            <a:r>
              <a:rPr lang="en-CA"/>
              <a:t>WBS</a:t>
            </a:r>
            <a:endParaRPr lang="en-CA">
              <a:cs typeface="Arial" panose="020B0604020202020204"/>
            </a:endParaRPr>
          </a:p>
          <a:p>
            <a:pPr marL="518795" lvl="1" indent="-175895"/>
            <a:r>
              <a:rPr lang="en-CA"/>
              <a:t>RAID log</a:t>
            </a:r>
            <a:endParaRPr lang="en-CA">
              <a:cs typeface="Arial" panose="020B0604020202020204"/>
            </a:endParaRPr>
          </a:p>
          <a:p>
            <a:pPr marL="518795" lvl="1" indent="-175895"/>
            <a:r>
              <a:rPr lang="en-CA"/>
              <a:t>Stakeholder map</a:t>
            </a:r>
            <a:endParaRPr lang="en-CA">
              <a:cs typeface="Arial" panose="020B0604020202020204"/>
            </a:endParaRPr>
          </a:p>
          <a:p>
            <a:pPr marL="518795" lvl="1" indent="-175895"/>
            <a:r>
              <a:rPr lang="en-CA"/>
              <a:t>Weekly status report</a:t>
            </a:r>
            <a:endParaRPr lang="en-CA">
              <a:cs typeface="Arial" panose="020B0604020202020204"/>
            </a:endParaRPr>
          </a:p>
          <a:p>
            <a:pPr marL="172720" indent="-172720"/>
            <a:r>
              <a:rPr lang="en-CA"/>
              <a:t>The consultant reviews the outputs to check:</a:t>
            </a:r>
            <a:endParaRPr lang="en-CA">
              <a:cs typeface="Arial"/>
            </a:endParaRPr>
          </a:p>
          <a:p>
            <a:pPr marL="518795" lvl="1" indent="-175895"/>
            <a:r>
              <a:rPr lang="en-CA"/>
              <a:t>Consistency across </a:t>
            </a:r>
            <a:r>
              <a:rPr lang="en-US"/>
              <a:t>artifacts</a:t>
            </a:r>
            <a:endParaRPr lang="en-US">
              <a:cs typeface="Arial"/>
            </a:endParaRPr>
          </a:p>
          <a:p>
            <a:pPr marL="518795" lvl="1" indent="-175895"/>
            <a:r>
              <a:rPr lang="en-CA"/>
              <a:t>Scope alignment</a:t>
            </a:r>
            <a:endParaRPr lang="en-CA">
              <a:cs typeface="Arial"/>
            </a:endParaRPr>
          </a:p>
          <a:p>
            <a:pPr marL="518795" lvl="1" indent="-175895"/>
            <a:r>
              <a:rPr lang="en-CA"/>
              <a:t>Missing workstreams</a:t>
            </a:r>
            <a:endParaRPr lang="en-CA">
              <a:cs typeface="Arial"/>
            </a:endParaRPr>
          </a:p>
          <a:p>
            <a:pPr marL="172720" indent="-172720"/>
            <a:endParaRPr lang="en-CA">
              <a:highlight>
                <a:srgbClr val="FFFF00"/>
              </a:highlight>
              <a:cs typeface="Arial"/>
            </a:endParaRPr>
          </a:p>
        </p:txBody>
      </p:sp>
      <p:sp>
        <p:nvSpPr>
          <p:cNvPr id="2" name="Slide Number Placeholder 1">
            <a:extLst>
              <a:ext uri="{FF2B5EF4-FFF2-40B4-BE49-F238E27FC236}">
                <a16:creationId xmlns:a16="http://schemas.microsoft.com/office/drawing/2014/main" id="{F5277FB8-AAF5-3296-3834-473C29AD8B20}"/>
              </a:ext>
            </a:extLst>
          </p:cNvPr>
          <p:cNvSpPr>
            <a:spLocks noGrp="1"/>
          </p:cNvSpPr>
          <p:nvPr>
            <p:ph type="sldNum" sz="quarter" idx="12"/>
          </p:nvPr>
        </p:nvSpPr>
        <p:spPr/>
        <p:txBody>
          <a:bodyPr/>
          <a:lstStyle/>
          <a:p>
            <a:fld id="{E4ECB127-6B1D-4440-BB59-CB7FB51359B3}" type="slidenum">
              <a:rPr lang="en-CA" smtClean="0"/>
              <a:pPr/>
              <a:t>6</a:t>
            </a:fld>
            <a:endParaRPr lang="en-CA"/>
          </a:p>
        </p:txBody>
      </p:sp>
      <p:sp>
        <p:nvSpPr>
          <p:cNvPr id="4" name="Title 2">
            <a:extLst>
              <a:ext uri="{FF2B5EF4-FFF2-40B4-BE49-F238E27FC236}">
                <a16:creationId xmlns:a16="http://schemas.microsoft.com/office/drawing/2014/main" id="{A057054D-6A72-4FBC-8D22-90A1E151A742}"/>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The agent covers the full drafting workflow from client brief intake to reusable final files: WBS, RAID Log, Stakeholder map, and weekly status report​</a:t>
            </a:r>
            <a:endParaRPr lang="en-CA" sz="1200">
              <a:solidFill>
                <a:schemeClr val="accent5"/>
              </a:solidFill>
              <a:cs typeface="Arial"/>
            </a:endParaRPr>
          </a:p>
        </p:txBody>
      </p:sp>
      <p:pic>
        <p:nvPicPr>
          <p:cNvPr id="10" name="Picture 9">
            <a:extLst>
              <a:ext uri="{FF2B5EF4-FFF2-40B4-BE49-F238E27FC236}">
                <a16:creationId xmlns:a16="http://schemas.microsoft.com/office/drawing/2014/main" id="{FB4D4B9B-31C8-28B0-9A8D-5CB4C278E90C}"/>
              </a:ext>
            </a:extLst>
          </p:cNvPr>
          <p:cNvPicPr>
            <a:picLocks noChangeAspect="1"/>
          </p:cNvPicPr>
          <p:nvPr/>
        </p:nvPicPr>
        <p:blipFill>
          <a:blip r:embed="rId5"/>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504763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5C62F-EA72-02FA-95A0-C14D347C7EC4}"/>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18F2F40-EED7-A83F-F8A8-3E4B5D016F68}"/>
              </a:ext>
            </a:extLst>
          </p:cNvPr>
          <p:cNvSpPr>
            <a:spLocks noGrp="1"/>
          </p:cNvSpPr>
          <p:nvPr>
            <p:ph type="sldNum" sz="quarter" idx="12"/>
          </p:nvPr>
        </p:nvSpPr>
        <p:spPr/>
        <p:txBody>
          <a:bodyPr/>
          <a:lstStyle/>
          <a:p>
            <a:fld id="{E4ECB127-6B1D-4440-BB59-CB7FB51359B3}" type="slidenum">
              <a:rPr lang="en-CA" smtClean="0"/>
              <a:pPr/>
              <a:t>7</a:t>
            </a:fld>
            <a:endParaRPr lang="en-CA"/>
          </a:p>
        </p:txBody>
      </p:sp>
      <p:sp>
        <p:nvSpPr>
          <p:cNvPr id="4" name="Text Placeholder 3">
            <a:extLst>
              <a:ext uri="{FF2B5EF4-FFF2-40B4-BE49-F238E27FC236}">
                <a16:creationId xmlns:a16="http://schemas.microsoft.com/office/drawing/2014/main" id="{1BAD0A35-4CB9-7FE5-AAB0-6070305D11D0}"/>
              </a:ext>
            </a:extLst>
          </p:cNvPr>
          <p:cNvSpPr>
            <a:spLocks noGrp="1"/>
          </p:cNvSpPr>
          <p:nvPr>
            <p:ph type="body" sz="quarter" idx="13"/>
          </p:nvPr>
        </p:nvSpPr>
        <p:spPr>
          <a:xfrm>
            <a:off x="381001" y="923593"/>
            <a:ext cx="11212901" cy="392219"/>
          </a:xfrm>
        </p:spPr>
        <p:txBody>
          <a:bodyPr>
            <a:normAutofit/>
          </a:bodyPr>
          <a:lstStyle/>
          <a:p>
            <a:r>
              <a:rPr lang="en-CA" sz="1200"/>
              <a:t>Our project built an AI agent that intakes an RFP or brief, and creates templates: WBS, RAID log, Stakeholder map, and weekly status report</a:t>
            </a:r>
          </a:p>
        </p:txBody>
      </p:sp>
      <p:sp>
        <p:nvSpPr>
          <p:cNvPr id="5" name="Title 4">
            <a:extLst>
              <a:ext uri="{FF2B5EF4-FFF2-40B4-BE49-F238E27FC236}">
                <a16:creationId xmlns:a16="http://schemas.microsoft.com/office/drawing/2014/main" id="{F653A75F-F3AD-4E83-1B61-142DF2D02D6F}"/>
              </a:ext>
            </a:extLst>
          </p:cNvPr>
          <p:cNvSpPr>
            <a:spLocks noGrp="1"/>
          </p:cNvSpPr>
          <p:nvPr>
            <p:ph type="title"/>
          </p:nvPr>
        </p:nvSpPr>
        <p:spPr>
          <a:xfrm>
            <a:off x="381001" y="441326"/>
            <a:ext cx="8570912" cy="494924"/>
          </a:xfrm>
        </p:spPr>
        <p:txBody>
          <a:bodyPr/>
          <a:lstStyle/>
          <a:p>
            <a:r>
              <a:rPr lang="en-CA"/>
              <a:t>Flowchart</a:t>
            </a:r>
          </a:p>
        </p:txBody>
      </p:sp>
      <p:pic>
        <p:nvPicPr>
          <p:cNvPr id="7" name="Picture 6">
            <a:extLst>
              <a:ext uri="{FF2B5EF4-FFF2-40B4-BE49-F238E27FC236}">
                <a16:creationId xmlns:a16="http://schemas.microsoft.com/office/drawing/2014/main" id="{A2DAEDBB-33C6-B1F8-1A60-30F4094F986D}"/>
              </a:ext>
            </a:extLst>
          </p:cNvPr>
          <p:cNvPicPr>
            <a:picLocks noChangeAspect="1"/>
          </p:cNvPicPr>
          <p:nvPr/>
        </p:nvPicPr>
        <p:blipFill>
          <a:blip r:embed="rId3"/>
          <a:stretch>
            <a:fillRect/>
          </a:stretch>
        </p:blipFill>
        <p:spPr>
          <a:xfrm>
            <a:off x="2385086" y="6151591"/>
            <a:ext cx="1809750" cy="342900"/>
          </a:xfrm>
          <a:prstGeom prst="rect">
            <a:avLst/>
          </a:prstGeom>
        </p:spPr>
      </p:pic>
      <p:pic>
        <p:nvPicPr>
          <p:cNvPr id="6" name="Picture 5" descr="A diagram of a process&#10;&#10;AI-generated content may be incorrect.">
            <a:extLst>
              <a:ext uri="{FF2B5EF4-FFF2-40B4-BE49-F238E27FC236}">
                <a16:creationId xmlns:a16="http://schemas.microsoft.com/office/drawing/2014/main" id="{48E57E0D-79E2-5791-370D-1D26C3F5E6F3}"/>
              </a:ext>
            </a:extLst>
          </p:cNvPr>
          <p:cNvPicPr>
            <a:picLocks noChangeAspect="1"/>
          </p:cNvPicPr>
          <p:nvPr/>
        </p:nvPicPr>
        <p:blipFill>
          <a:blip r:embed="rId4"/>
          <a:stretch>
            <a:fillRect/>
          </a:stretch>
        </p:blipFill>
        <p:spPr>
          <a:xfrm>
            <a:off x="653845" y="1716603"/>
            <a:ext cx="10668000" cy="3296976"/>
          </a:xfrm>
          <a:prstGeom prst="rect">
            <a:avLst/>
          </a:prstGeom>
        </p:spPr>
      </p:pic>
    </p:spTree>
    <p:extLst>
      <p:ext uri="{BB962C8B-B14F-4D97-AF65-F5344CB8AC3E}">
        <p14:creationId xmlns:p14="http://schemas.microsoft.com/office/powerpoint/2010/main" val="3990277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2B7D2-B1C7-AB78-00B6-3F9ECED21C14}"/>
              </a:ext>
            </a:extLst>
          </p:cNvPr>
          <p:cNvSpPr>
            <a:spLocks noGrp="1"/>
          </p:cNvSpPr>
          <p:nvPr>
            <p:ph type="title"/>
          </p:nvPr>
        </p:nvSpPr>
        <p:spPr/>
        <p:txBody>
          <a:bodyPr/>
          <a:lstStyle/>
          <a:p>
            <a:r>
              <a:rPr lang="en-CA"/>
              <a:t>Our Work: Agent Demo </a:t>
            </a:r>
            <a:br>
              <a:rPr lang="en-CA"/>
            </a:br>
            <a:endParaRPr lang="en-CA"/>
          </a:p>
        </p:txBody>
      </p:sp>
      <p:sp>
        <p:nvSpPr>
          <p:cNvPr id="3" name="Text Placeholder 2">
            <a:extLst>
              <a:ext uri="{FF2B5EF4-FFF2-40B4-BE49-F238E27FC236}">
                <a16:creationId xmlns:a16="http://schemas.microsoft.com/office/drawing/2014/main" id="{EBE35640-8BA2-24DF-98D1-F37C184CCD44}"/>
              </a:ext>
            </a:extLst>
          </p:cNvPr>
          <p:cNvSpPr>
            <a:spLocks noGrp="1"/>
          </p:cNvSpPr>
          <p:nvPr>
            <p:ph type="body" idx="1"/>
          </p:nvPr>
        </p:nvSpPr>
        <p:spPr/>
        <p:txBody>
          <a:bodyPr/>
          <a:lstStyle/>
          <a:p>
            <a:r>
              <a:rPr lang="en-CA"/>
              <a:t>Demonstrating our solution through a live demo and pre-run example RFPs</a:t>
            </a:r>
          </a:p>
        </p:txBody>
      </p:sp>
      <p:sp>
        <p:nvSpPr>
          <p:cNvPr id="4" name="Slide Number Placeholder 3">
            <a:extLst>
              <a:ext uri="{FF2B5EF4-FFF2-40B4-BE49-F238E27FC236}">
                <a16:creationId xmlns:a16="http://schemas.microsoft.com/office/drawing/2014/main" id="{DDC1EE38-8C51-3CB2-A02C-465869659010}"/>
              </a:ext>
            </a:extLst>
          </p:cNvPr>
          <p:cNvSpPr>
            <a:spLocks noGrp="1"/>
          </p:cNvSpPr>
          <p:nvPr>
            <p:ph type="sldNum" sz="quarter" idx="12"/>
          </p:nvPr>
        </p:nvSpPr>
        <p:spPr/>
        <p:txBody>
          <a:bodyPr/>
          <a:lstStyle/>
          <a:p>
            <a:fld id="{1BD90C89-BB05-D647-8C9B-C2376028CB3D}" type="slidenum">
              <a:rPr lang="en-CA" smtClean="0"/>
              <a:pPr/>
              <a:t>8</a:t>
            </a:fld>
            <a:endParaRPr lang="en-CA"/>
          </a:p>
        </p:txBody>
      </p:sp>
      <p:pic>
        <p:nvPicPr>
          <p:cNvPr id="5" name="Picture 4">
            <a:extLst>
              <a:ext uri="{FF2B5EF4-FFF2-40B4-BE49-F238E27FC236}">
                <a16:creationId xmlns:a16="http://schemas.microsoft.com/office/drawing/2014/main" id="{C0C52861-CF90-DC10-F9CB-7DB5E98C6E66}"/>
              </a:ext>
            </a:extLst>
          </p:cNvPr>
          <p:cNvPicPr>
            <a:picLocks noChangeAspect="1"/>
          </p:cNvPicPr>
          <p:nvPr/>
        </p:nvPicPr>
        <p:blipFill>
          <a:blip r:embed="rId2"/>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3093540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FE4306-F81B-054E-8651-35D31893A09B}"/>
              </a:ext>
            </a:extLst>
          </p:cNvPr>
          <p:cNvSpPr>
            <a:spLocks noGrp="1"/>
          </p:cNvSpPr>
          <p:nvPr>
            <p:ph type="sldNum" sz="quarter" idx="12"/>
          </p:nvPr>
        </p:nvSpPr>
        <p:spPr/>
        <p:txBody>
          <a:bodyPr/>
          <a:lstStyle/>
          <a:p>
            <a:fld id="{E4ECB127-6B1D-4440-BB59-CB7FB51359B3}" type="slidenum">
              <a:rPr lang="en-CA" smtClean="0"/>
              <a:pPr/>
              <a:t>9</a:t>
            </a:fld>
            <a:endParaRPr lang="en-CA"/>
          </a:p>
        </p:txBody>
      </p:sp>
      <p:sp>
        <p:nvSpPr>
          <p:cNvPr id="3" name="Title 2">
            <a:extLst>
              <a:ext uri="{FF2B5EF4-FFF2-40B4-BE49-F238E27FC236}">
                <a16:creationId xmlns:a16="http://schemas.microsoft.com/office/drawing/2014/main" id="{C7AB6FDE-F4E5-9541-B546-E2CE962DFFC1}"/>
              </a:ext>
            </a:extLst>
          </p:cNvPr>
          <p:cNvSpPr>
            <a:spLocks noGrp="1"/>
          </p:cNvSpPr>
          <p:nvPr>
            <p:ph type="title"/>
          </p:nvPr>
        </p:nvSpPr>
        <p:spPr/>
        <p:txBody>
          <a:bodyPr/>
          <a:lstStyle/>
          <a:p>
            <a:r>
              <a:rPr lang="en-CA"/>
              <a:t>Artifact Templates generated </a:t>
            </a:r>
          </a:p>
        </p:txBody>
      </p:sp>
      <p:sp>
        <p:nvSpPr>
          <p:cNvPr id="9" name="Text Placeholder 8">
            <a:extLst>
              <a:ext uri="{FF2B5EF4-FFF2-40B4-BE49-F238E27FC236}">
                <a16:creationId xmlns:a16="http://schemas.microsoft.com/office/drawing/2014/main" id="{37181BAE-5E83-8041-85A4-F57605AAF5A5}"/>
              </a:ext>
            </a:extLst>
          </p:cNvPr>
          <p:cNvSpPr>
            <a:spLocks noGrp="1"/>
          </p:cNvSpPr>
          <p:nvPr>
            <p:ph type="body" sz="quarter" idx="21"/>
          </p:nvPr>
        </p:nvSpPr>
        <p:spPr/>
        <p:txBody>
          <a:bodyPr>
            <a:normAutofit/>
          </a:bodyPr>
          <a:lstStyle/>
          <a:p>
            <a:r>
              <a:rPr lang="en-CA" b="1">
                <a:solidFill>
                  <a:schemeClr val="accent3"/>
                </a:solidFill>
              </a:rPr>
              <a:t>RACI ()</a:t>
            </a:r>
            <a:br>
              <a:rPr lang="en-CA" b="1"/>
            </a:br>
            <a:endParaRPr lang="en-CA"/>
          </a:p>
        </p:txBody>
      </p:sp>
      <p:sp>
        <p:nvSpPr>
          <p:cNvPr id="11" name="Text Placeholder 10">
            <a:extLst>
              <a:ext uri="{FF2B5EF4-FFF2-40B4-BE49-F238E27FC236}">
                <a16:creationId xmlns:a16="http://schemas.microsoft.com/office/drawing/2014/main" id="{E991D4D9-FA25-6D42-8D80-032C38D73D5F}"/>
              </a:ext>
            </a:extLst>
          </p:cNvPr>
          <p:cNvSpPr>
            <a:spLocks noGrp="1"/>
          </p:cNvSpPr>
          <p:nvPr>
            <p:ph type="body" sz="quarter" idx="22"/>
          </p:nvPr>
        </p:nvSpPr>
        <p:spPr/>
        <p:txBody>
          <a:bodyPr>
            <a:normAutofit/>
          </a:bodyPr>
          <a:lstStyle/>
          <a:p>
            <a:r>
              <a:rPr lang="en-CA" b="1">
                <a:solidFill>
                  <a:schemeClr val="accent3"/>
                </a:solidFill>
              </a:rPr>
              <a:t>Weekly Status Update</a:t>
            </a:r>
            <a:br>
              <a:rPr lang="en-CA" b="1"/>
            </a:br>
            <a:br>
              <a:rPr lang="en-CA"/>
            </a:br>
            <a:endParaRPr lang="en-CA"/>
          </a:p>
        </p:txBody>
      </p:sp>
      <p:sp>
        <p:nvSpPr>
          <p:cNvPr id="5" name="Text Placeholder 4">
            <a:extLst>
              <a:ext uri="{FF2B5EF4-FFF2-40B4-BE49-F238E27FC236}">
                <a16:creationId xmlns:a16="http://schemas.microsoft.com/office/drawing/2014/main" id="{6CBC8F2A-6E52-3246-9606-F424DECA42F2}"/>
              </a:ext>
            </a:extLst>
          </p:cNvPr>
          <p:cNvSpPr>
            <a:spLocks noGrp="1"/>
          </p:cNvSpPr>
          <p:nvPr>
            <p:ph type="body" sz="quarter" idx="25"/>
          </p:nvPr>
        </p:nvSpPr>
        <p:spPr/>
        <p:txBody>
          <a:bodyPr>
            <a:normAutofit/>
          </a:bodyPr>
          <a:lstStyle/>
          <a:p>
            <a:r>
              <a:rPr lang="en-CA" b="1">
                <a:solidFill>
                  <a:schemeClr val="accent3"/>
                </a:solidFill>
              </a:rPr>
              <a:t>Work Breakdown Structure</a:t>
            </a:r>
            <a:br>
              <a:rPr lang="en-CA" b="1"/>
            </a:br>
            <a:endParaRPr lang="en-CA"/>
          </a:p>
        </p:txBody>
      </p:sp>
      <p:sp>
        <p:nvSpPr>
          <p:cNvPr id="7" name="Text Placeholder 6">
            <a:extLst>
              <a:ext uri="{FF2B5EF4-FFF2-40B4-BE49-F238E27FC236}">
                <a16:creationId xmlns:a16="http://schemas.microsoft.com/office/drawing/2014/main" id="{626F7CFD-65B5-8241-9EB5-48CADDBB6AB4}"/>
              </a:ext>
            </a:extLst>
          </p:cNvPr>
          <p:cNvSpPr>
            <a:spLocks noGrp="1"/>
          </p:cNvSpPr>
          <p:nvPr>
            <p:ph type="body" sz="quarter" idx="26"/>
          </p:nvPr>
        </p:nvSpPr>
        <p:spPr/>
        <p:txBody>
          <a:bodyPr>
            <a:normAutofit/>
          </a:bodyPr>
          <a:lstStyle/>
          <a:p>
            <a:r>
              <a:rPr lang="en-CA" b="1">
                <a:solidFill>
                  <a:schemeClr val="accent3"/>
                </a:solidFill>
              </a:rPr>
              <a:t>RAID (Risks, Actions, Issues, Decisions) Log </a:t>
            </a:r>
            <a:br>
              <a:rPr lang="en-CA" b="1"/>
            </a:br>
            <a:endParaRPr lang="en-CA"/>
          </a:p>
        </p:txBody>
      </p:sp>
      <p:pic>
        <p:nvPicPr>
          <p:cNvPr id="4" name="Picture 3">
            <a:extLst>
              <a:ext uri="{FF2B5EF4-FFF2-40B4-BE49-F238E27FC236}">
                <a16:creationId xmlns:a16="http://schemas.microsoft.com/office/drawing/2014/main" id="{2EF3BDA3-2215-4761-C3DC-140611AD77C7}"/>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6" name="Title 2">
            <a:extLst>
              <a:ext uri="{FF2B5EF4-FFF2-40B4-BE49-F238E27FC236}">
                <a16:creationId xmlns:a16="http://schemas.microsoft.com/office/drawing/2014/main" id="{CDBC8112-53DF-3C0D-1850-5080C5E28AF0}"/>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Example documents generated by sample RFPs​</a:t>
            </a:r>
            <a:endParaRPr lang="en-CA" sz="1200">
              <a:solidFill>
                <a:schemeClr val="accent5"/>
              </a:solidFill>
              <a:cs typeface="Arial"/>
            </a:endParaRPr>
          </a:p>
        </p:txBody>
      </p:sp>
      <p:sp>
        <p:nvSpPr>
          <p:cNvPr id="8" name="Text Placeholder 3">
            <a:extLst>
              <a:ext uri="{FF2B5EF4-FFF2-40B4-BE49-F238E27FC236}">
                <a16:creationId xmlns:a16="http://schemas.microsoft.com/office/drawing/2014/main" id="{A32E2684-D962-73C9-57A5-920D6042464A}"/>
              </a:ext>
            </a:extLst>
          </p:cNvPr>
          <p:cNvSpPr txBox="1">
            <a:spLocks/>
          </p:cNvSpPr>
          <p:nvPr/>
        </p:nvSpPr>
        <p:spPr>
          <a:xfrm>
            <a:off x="789501" y="550006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p>
        </p:txBody>
      </p:sp>
      <p:sp>
        <p:nvSpPr>
          <p:cNvPr id="10" name="Text Placeholder 3">
            <a:extLst>
              <a:ext uri="{FF2B5EF4-FFF2-40B4-BE49-F238E27FC236}">
                <a16:creationId xmlns:a16="http://schemas.microsoft.com/office/drawing/2014/main" id="{DCBF84FF-3F96-1BF2-D427-2C4C6A72E329}"/>
              </a:ext>
            </a:extLst>
          </p:cNvPr>
          <p:cNvSpPr txBox="1">
            <a:spLocks/>
          </p:cNvSpPr>
          <p:nvPr/>
        </p:nvSpPr>
        <p:spPr>
          <a:xfrm>
            <a:off x="789500" y="3412820"/>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WBS.html</a:t>
            </a:r>
            <a:r>
              <a:rPr lang="en-CA" sz="1200"/>
              <a:t> </a:t>
            </a:r>
          </a:p>
        </p:txBody>
      </p:sp>
      <p:sp>
        <p:nvSpPr>
          <p:cNvPr id="13" name="Text Placeholder 3">
            <a:extLst>
              <a:ext uri="{FF2B5EF4-FFF2-40B4-BE49-F238E27FC236}">
                <a16:creationId xmlns:a16="http://schemas.microsoft.com/office/drawing/2014/main" id="{79980D2D-1C0F-A21F-2469-18B429CB2F49}"/>
              </a:ext>
            </a:extLst>
          </p:cNvPr>
          <p:cNvSpPr txBox="1">
            <a:spLocks/>
          </p:cNvSpPr>
          <p:nvPr/>
        </p:nvSpPr>
        <p:spPr>
          <a:xfrm>
            <a:off x="6096000" y="550006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5"/>
              </a:rPr>
              <a:t>Status Report.html</a:t>
            </a:r>
            <a:r>
              <a:rPr lang="en-CA" sz="1200"/>
              <a:t> </a:t>
            </a:r>
          </a:p>
        </p:txBody>
      </p:sp>
      <p:sp>
        <p:nvSpPr>
          <p:cNvPr id="14" name="Text Placeholder 3">
            <a:extLst>
              <a:ext uri="{FF2B5EF4-FFF2-40B4-BE49-F238E27FC236}">
                <a16:creationId xmlns:a16="http://schemas.microsoft.com/office/drawing/2014/main" id="{4A85E0C6-C63F-E440-9B1A-01573EDF7855}"/>
              </a:ext>
            </a:extLst>
          </p:cNvPr>
          <p:cNvSpPr txBox="1">
            <a:spLocks/>
          </p:cNvSpPr>
          <p:nvPr/>
        </p:nvSpPr>
        <p:spPr>
          <a:xfrm>
            <a:off x="6096000" y="3425102"/>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6"/>
              </a:rPr>
              <a:t>RAID Log.html</a:t>
            </a:r>
            <a:r>
              <a:rPr lang="en-CA" sz="1200"/>
              <a:t> </a:t>
            </a:r>
          </a:p>
        </p:txBody>
      </p:sp>
      <p:pic>
        <p:nvPicPr>
          <p:cNvPr id="26" name="Picture Placeholder 25">
            <a:extLst>
              <a:ext uri="{FF2B5EF4-FFF2-40B4-BE49-F238E27FC236}">
                <a16:creationId xmlns:a16="http://schemas.microsoft.com/office/drawing/2014/main" id="{922C3ECA-1A08-9700-B538-FAC3464C7248}"/>
              </a:ext>
            </a:extLst>
          </p:cNvPr>
          <p:cNvPicPr>
            <a:picLocks noGrp="1" noChangeAspect="1"/>
          </p:cNvPicPr>
          <p:nvPr>
            <p:ph type="pic" sz="quarter" idx="23"/>
          </p:nvPr>
        </p:nvPicPr>
        <p:blipFill>
          <a:blip r:embed="rId7"/>
          <a:srcRect t="5063" b="5063"/>
          <a:stretch/>
        </p:blipFill>
        <p:spPr>
          <a:prstGeom prst="rect">
            <a:avLst/>
          </a:prstGeom>
        </p:spPr>
      </p:pic>
      <p:pic>
        <p:nvPicPr>
          <p:cNvPr id="27" name="Picture Placeholder 25">
            <a:extLst>
              <a:ext uri="{FF2B5EF4-FFF2-40B4-BE49-F238E27FC236}">
                <a16:creationId xmlns:a16="http://schemas.microsoft.com/office/drawing/2014/main" id="{0766C9F8-4593-FEB2-D487-E21C023C4153}"/>
              </a:ext>
            </a:extLst>
          </p:cNvPr>
          <p:cNvPicPr>
            <a:picLocks noGrp="1" noChangeAspect="1"/>
          </p:cNvPicPr>
          <p:nvPr>
            <p:ph type="pic" sz="quarter" idx="24"/>
          </p:nvPr>
        </p:nvPicPr>
        <p:blipFill>
          <a:blip r:embed="rId7"/>
          <a:srcRect t="5063" b="5063"/>
          <a:stretch/>
        </p:blipFill>
        <p:spPr>
          <a:xfrm>
            <a:off x="6426200" y="1593850"/>
            <a:ext cx="1138238" cy="1136650"/>
          </a:xfrm>
          <a:prstGeom prst="rect">
            <a:avLst/>
          </a:prstGeom>
        </p:spPr>
      </p:pic>
      <p:pic>
        <p:nvPicPr>
          <p:cNvPr id="29" name="Picture Placeholder 25">
            <a:extLst>
              <a:ext uri="{FF2B5EF4-FFF2-40B4-BE49-F238E27FC236}">
                <a16:creationId xmlns:a16="http://schemas.microsoft.com/office/drawing/2014/main" id="{A0243E7E-6F58-185F-20F9-9AA080EF3A96}"/>
              </a:ext>
            </a:extLst>
          </p:cNvPr>
          <p:cNvPicPr>
            <a:picLocks noGrp="1" noChangeAspect="1"/>
          </p:cNvPicPr>
          <p:nvPr>
            <p:ph type="pic" sz="quarter" idx="17"/>
          </p:nvPr>
        </p:nvPicPr>
        <p:blipFill>
          <a:blip r:embed="rId7"/>
          <a:srcRect t="5063" b="5063"/>
          <a:stretch/>
        </p:blipFill>
        <p:spPr>
          <a:xfrm>
            <a:off x="893763" y="4003675"/>
            <a:ext cx="1138237" cy="1136650"/>
          </a:xfrm>
          <a:prstGeom prst="rect">
            <a:avLst/>
          </a:prstGeom>
        </p:spPr>
      </p:pic>
      <p:pic>
        <p:nvPicPr>
          <p:cNvPr id="31" name="Picture Placeholder 25">
            <a:extLst>
              <a:ext uri="{FF2B5EF4-FFF2-40B4-BE49-F238E27FC236}">
                <a16:creationId xmlns:a16="http://schemas.microsoft.com/office/drawing/2014/main" id="{993DF3AB-F992-829B-A4CC-797D7FC90806}"/>
              </a:ext>
            </a:extLst>
          </p:cNvPr>
          <p:cNvPicPr>
            <a:picLocks noGrp="1" noChangeAspect="1"/>
          </p:cNvPicPr>
          <p:nvPr>
            <p:ph type="pic" sz="quarter" idx="19"/>
          </p:nvPr>
        </p:nvPicPr>
        <p:blipFill>
          <a:blip r:embed="rId7"/>
          <a:srcRect t="5063" b="5063"/>
          <a:stretch/>
        </p:blipFill>
        <p:spPr>
          <a:xfrm>
            <a:off x="6426200" y="4003675"/>
            <a:ext cx="1138238" cy="1136650"/>
          </a:xfrm>
          <a:prstGeom prst="rect">
            <a:avLst/>
          </a:prstGeom>
        </p:spPr>
      </p:pic>
    </p:spTree>
    <p:extLst>
      <p:ext uri="{BB962C8B-B14F-4D97-AF65-F5344CB8AC3E}">
        <p14:creationId xmlns:p14="http://schemas.microsoft.com/office/powerpoint/2010/main" val="2438285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26720" y="158496"/>
            <a:ext cx="10972800" cy="487680"/>
          </a:xfrm>
          <a:prstGeom prst="rect">
            <a:avLst/>
          </a:prstGeom>
          <a:noFill/>
          <a:ln/>
        </p:spPr>
        <p:txBody>
          <a:bodyPr wrap="square" rtlCol="0" anchor="ctr"/>
          <a:lstStyle/>
          <a:p>
            <a:r>
              <a:rPr lang="en-US" sz="2933" b="1">
                <a:solidFill>
                  <a:srgbClr val="1F3864"/>
                </a:solidFill>
                <a:latin typeface="Times New Roman" panose="02020603050405020304" pitchFamily="18" charset="0"/>
                <a:ea typeface="Calibri" pitchFamily="34" charset="-122"/>
                <a:cs typeface="Times New Roman" panose="02020603050405020304" pitchFamily="18" charset="0"/>
              </a:rPr>
              <a:t>Human Verification Checklist</a:t>
            </a:r>
            <a:endParaRPr lang="en-US" sz="2933">
              <a:latin typeface="Times New Roman" panose="02020603050405020304" pitchFamily="18" charset="0"/>
              <a:cs typeface="Times New Roman" panose="02020603050405020304" pitchFamily="18" charset="0"/>
            </a:endParaRPr>
          </a:p>
        </p:txBody>
      </p:sp>
      <p:sp>
        <p:nvSpPr>
          <p:cNvPr id="3" name="Shape 1"/>
          <p:cNvSpPr/>
          <p:nvPr/>
        </p:nvSpPr>
        <p:spPr>
          <a:xfrm>
            <a:off x="426720" y="633984"/>
            <a:ext cx="11338560" cy="24384"/>
          </a:xfrm>
          <a:prstGeom prst="rect">
            <a:avLst/>
          </a:prstGeom>
          <a:solidFill>
            <a:srgbClr val="1F3864"/>
          </a:solidFill>
          <a:ln/>
        </p:spPr>
        <p:txBody>
          <a:bodyPr/>
          <a:lstStyle/>
          <a:p>
            <a:endParaRPr lang="en-CA"/>
          </a:p>
        </p:txBody>
      </p:sp>
      <p:sp>
        <p:nvSpPr>
          <p:cNvPr id="4" name="Text 2"/>
          <p:cNvSpPr/>
          <p:nvPr/>
        </p:nvSpPr>
        <p:spPr>
          <a:xfrm>
            <a:off x="426720" y="670560"/>
            <a:ext cx="11338560" cy="219456"/>
          </a:xfrm>
          <a:prstGeom prst="rect">
            <a:avLst/>
          </a:prstGeom>
          <a:noFill/>
          <a:ln/>
        </p:spPr>
        <p:txBody>
          <a:bodyPr wrap="square" rtlCol="0" anchor="ctr"/>
          <a:lstStyle/>
          <a:p>
            <a:r>
              <a:rPr lang="en-US" sz="1067" i="1">
                <a:solidFill>
                  <a:srgbClr val="777777"/>
                </a:solidFill>
                <a:latin typeface="Times New Roman" panose="02020603050405020304" pitchFamily="18" charset="0"/>
                <a:ea typeface="Calibri" pitchFamily="34" charset="-122"/>
                <a:cs typeface="Times New Roman" panose="02020603050405020304" pitchFamily="18" charset="0"/>
              </a:rPr>
              <a:t>Layer 2 — Human Judgement Only  |  14 checks  ·  70 pts max  ·  Pass ≥ 56 pts (80%)  |  C = Critical ×3   S = Standard ×2 P= Polish x 1</a:t>
            </a:r>
            <a:endParaRPr lang="en-US" sz="1067">
              <a:latin typeface="Times New Roman" panose="02020603050405020304" pitchFamily="18" charset="0"/>
              <a:cs typeface="Times New Roman" panose="02020603050405020304" pitchFamily="18" charset="0"/>
            </a:endParaRPr>
          </a:p>
        </p:txBody>
      </p:sp>
      <p:sp>
        <p:nvSpPr>
          <p:cNvPr id="5" name="Shape 3"/>
          <p:cNvSpPr/>
          <p:nvPr/>
        </p:nvSpPr>
        <p:spPr>
          <a:xfrm>
            <a:off x="341376" y="950976"/>
            <a:ext cx="2706624" cy="390144"/>
          </a:xfrm>
          <a:prstGeom prst="rect">
            <a:avLst/>
          </a:prstGeom>
          <a:solidFill>
            <a:srgbClr val="1F3864"/>
          </a:solidFill>
          <a:ln/>
        </p:spPr>
        <p:txBody>
          <a:bodyPr/>
          <a:lstStyle/>
          <a:p>
            <a:endParaRPr lang="en-CA"/>
          </a:p>
        </p:txBody>
      </p:sp>
      <p:sp>
        <p:nvSpPr>
          <p:cNvPr id="6" name="Text 4"/>
          <p:cNvSpPr/>
          <p:nvPr/>
        </p:nvSpPr>
        <p:spPr>
          <a:xfrm>
            <a:off x="341376"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WBS — Scope Quality</a:t>
            </a:r>
            <a:endParaRPr lang="en-US" sz="1133">
              <a:latin typeface="Times New Roman" panose="02020603050405020304" pitchFamily="18" charset="0"/>
              <a:cs typeface="Times New Roman" panose="02020603050405020304" pitchFamily="18" charset="0"/>
            </a:endParaRPr>
          </a:p>
        </p:txBody>
      </p:sp>
      <p:sp>
        <p:nvSpPr>
          <p:cNvPr id="7" name="Shape 5"/>
          <p:cNvSpPr/>
          <p:nvPr/>
        </p:nvSpPr>
        <p:spPr>
          <a:xfrm>
            <a:off x="341376" y="1341120"/>
            <a:ext cx="2706624" cy="243840"/>
          </a:xfrm>
          <a:prstGeom prst="rect">
            <a:avLst/>
          </a:prstGeom>
          <a:solidFill>
            <a:srgbClr val="EAF2FF"/>
          </a:solidFill>
          <a:ln/>
        </p:spPr>
        <p:txBody>
          <a:bodyPr/>
          <a:lstStyle/>
          <a:p>
            <a:endParaRPr lang="en-CA"/>
          </a:p>
        </p:txBody>
      </p:sp>
      <p:sp>
        <p:nvSpPr>
          <p:cNvPr id="8" name="Text 6"/>
          <p:cNvSpPr/>
          <p:nvPr/>
        </p:nvSpPr>
        <p:spPr>
          <a:xfrm>
            <a:off x="731520"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9" name="Shape 7"/>
          <p:cNvSpPr/>
          <p:nvPr/>
        </p:nvSpPr>
        <p:spPr>
          <a:xfrm>
            <a:off x="253593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0" name="Text 8"/>
          <p:cNvSpPr/>
          <p:nvPr/>
        </p:nvSpPr>
        <p:spPr>
          <a:xfrm>
            <a:off x="253593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1" name="Shape 9"/>
          <p:cNvSpPr/>
          <p:nvPr/>
        </p:nvSpPr>
        <p:spPr>
          <a:xfrm>
            <a:off x="269443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2" name="Text 10"/>
          <p:cNvSpPr/>
          <p:nvPr/>
        </p:nvSpPr>
        <p:spPr>
          <a:xfrm>
            <a:off x="269443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3" name="Shape 11"/>
          <p:cNvSpPr/>
          <p:nvPr/>
        </p:nvSpPr>
        <p:spPr>
          <a:xfrm>
            <a:off x="2852928"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4" name="Text 12"/>
          <p:cNvSpPr/>
          <p:nvPr/>
        </p:nvSpPr>
        <p:spPr>
          <a:xfrm>
            <a:off x="2852928"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5" name="Shape 13"/>
          <p:cNvSpPr/>
          <p:nvPr/>
        </p:nvSpPr>
        <p:spPr>
          <a:xfrm>
            <a:off x="341376" y="1584960"/>
            <a:ext cx="2706624" cy="609600"/>
          </a:xfrm>
          <a:prstGeom prst="rect">
            <a:avLst/>
          </a:prstGeom>
          <a:solidFill>
            <a:srgbClr val="FFFFFF"/>
          </a:solidFill>
          <a:ln/>
        </p:spPr>
        <p:txBody>
          <a:bodyPr/>
          <a:lstStyle/>
          <a:p>
            <a:endParaRPr lang="en-CA"/>
          </a:p>
        </p:txBody>
      </p:sp>
      <p:sp>
        <p:nvSpPr>
          <p:cNvPr id="16" name="Shape 14"/>
          <p:cNvSpPr/>
          <p:nvPr/>
        </p:nvSpPr>
        <p:spPr>
          <a:xfrm>
            <a:off x="402336" y="1780032"/>
            <a:ext cx="292608" cy="219456"/>
          </a:xfrm>
          <a:prstGeom prst="rect">
            <a:avLst/>
          </a:prstGeom>
          <a:solidFill>
            <a:srgbClr val="1A5276"/>
          </a:solidFill>
          <a:ln/>
        </p:spPr>
        <p:txBody>
          <a:bodyPr/>
          <a:lstStyle/>
          <a:p>
            <a:endParaRPr lang="en-CA"/>
          </a:p>
        </p:txBody>
      </p:sp>
      <p:sp>
        <p:nvSpPr>
          <p:cNvPr id="17" name="Text 15"/>
          <p:cNvSpPr/>
          <p:nvPr/>
        </p:nvSpPr>
        <p:spPr>
          <a:xfrm>
            <a:off x="402336"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8" name="Text 16"/>
          <p:cNvSpPr/>
          <p:nvPr/>
        </p:nvSpPr>
        <p:spPr>
          <a:xfrm>
            <a:off x="743712"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Workstreams genuinely match brief objectives</a:t>
            </a:r>
            <a:endParaRPr lang="en-US" sz="1067">
              <a:latin typeface="Times New Roman" panose="02020603050405020304" pitchFamily="18" charset="0"/>
              <a:cs typeface="Times New Roman" panose="02020603050405020304" pitchFamily="18" charset="0"/>
            </a:endParaRPr>
          </a:p>
        </p:txBody>
      </p:sp>
      <p:sp>
        <p:nvSpPr>
          <p:cNvPr id="19" name="Shape 17"/>
          <p:cNvSpPr/>
          <p:nvPr/>
        </p:nvSpPr>
        <p:spPr>
          <a:xfrm>
            <a:off x="253593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0" name="Text 18"/>
          <p:cNvSpPr/>
          <p:nvPr/>
        </p:nvSpPr>
        <p:spPr>
          <a:xfrm>
            <a:off x="253593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1" name="Shape 19"/>
          <p:cNvSpPr/>
          <p:nvPr/>
        </p:nvSpPr>
        <p:spPr>
          <a:xfrm>
            <a:off x="269443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2" name="Text 20"/>
          <p:cNvSpPr/>
          <p:nvPr/>
        </p:nvSpPr>
        <p:spPr>
          <a:xfrm>
            <a:off x="269443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3" name="Shape 21"/>
          <p:cNvSpPr/>
          <p:nvPr/>
        </p:nvSpPr>
        <p:spPr>
          <a:xfrm>
            <a:off x="2852928"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24" name="Text 22"/>
          <p:cNvSpPr/>
          <p:nvPr/>
        </p:nvSpPr>
        <p:spPr>
          <a:xfrm>
            <a:off x="2852928"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5" name="Shape 23"/>
          <p:cNvSpPr/>
          <p:nvPr/>
        </p:nvSpPr>
        <p:spPr>
          <a:xfrm>
            <a:off x="341376" y="2194560"/>
            <a:ext cx="2706624" cy="0"/>
          </a:xfrm>
          <a:prstGeom prst="line">
            <a:avLst/>
          </a:prstGeom>
          <a:noFill/>
          <a:ln w="5080">
            <a:solidFill>
              <a:srgbClr val="E0E0E0"/>
            </a:solidFill>
            <a:prstDash val="solid"/>
          </a:ln>
        </p:spPr>
        <p:txBody>
          <a:bodyPr/>
          <a:lstStyle/>
          <a:p>
            <a:endParaRPr lang="en-CA"/>
          </a:p>
        </p:txBody>
      </p:sp>
      <p:sp>
        <p:nvSpPr>
          <p:cNvPr id="26" name="Shape 24"/>
          <p:cNvSpPr/>
          <p:nvPr/>
        </p:nvSpPr>
        <p:spPr>
          <a:xfrm>
            <a:off x="341376" y="2194560"/>
            <a:ext cx="2706624" cy="609600"/>
          </a:xfrm>
          <a:prstGeom prst="rect">
            <a:avLst/>
          </a:prstGeom>
          <a:solidFill>
            <a:srgbClr val="F4F8FC"/>
          </a:solidFill>
          <a:ln/>
        </p:spPr>
        <p:txBody>
          <a:bodyPr/>
          <a:lstStyle/>
          <a:p>
            <a:endParaRPr lang="en-CA"/>
          </a:p>
        </p:txBody>
      </p:sp>
      <p:sp>
        <p:nvSpPr>
          <p:cNvPr id="27" name="Shape 25"/>
          <p:cNvSpPr/>
          <p:nvPr/>
        </p:nvSpPr>
        <p:spPr>
          <a:xfrm>
            <a:off x="402336" y="2389632"/>
            <a:ext cx="292608" cy="219456"/>
          </a:xfrm>
          <a:prstGeom prst="rect">
            <a:avLst/>
          </a:prstGeom>
          <a:solidFill>
            <a:srgbClr val="1A5276"/>
          </a:solidFill>
          <a:ln/>
        </p:spPr>
        <p:txBody>
          <a:bodyPr/>
          <a:lstStyle/>
          <a:p>
            <a:endParaRPr lang="en-CA"/>
          </a:p>
        </p:txBody>
      </p:sp>
      <p:sp>
        <p:nvSpPr>
          <p:cNvPr id="28" name="Text 26"/>
          <p:cNvSpPr/>
          <p:nvPr/>
        </p:nvSpPr>
        <p:spPr>
          <a:xfrm>
            <a:off x="402336"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9" name="Text 27"/>
          <p:cNvSpPr/>
          <p:nvPr/>
        </p:nvSpPr>
        <p:spPr>
          <a:xfrm>
            <a:off x="743712"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Scope is project-specific, not copy-paste</a:t>
            </a:r>
            <a:endParaRPr lang="en-US" sz="1067">
              <a:latin typeface="Times New Roman" panose="02020603050405020304" pitchFamily="18" charset="0"/>
              <a:cs typeface="Times New Roman" panose="02020603050405020304" pitchFamily="18" charset="0"/>
            </a:endParaRPr>
          </a:p>
        </p:txBody>
      </p:sp>
      <p:sp>
        <p:nvSpPr>
          <p:cNvPr id="30" name="Shape 28"/>
          <p:cNvSpPr/>
          <p:nvPr/>
        </p:nvSpPr>
        <p:spPr>
          <a:xfrm>
            <a:off x="253593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1" name="Text 29"/>
          <p:cNvSpPr/>
          <p:nvPr/>
        </p:nvSpPr>
        <p:spPr>
          <a:xfrm>
            <a:off x="253593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32" name="Shape 30"/>
          <p:cNvSpPr/>
          <p:nvPr/>
        </p:nvSpPr>
        <p:spPr>
          <a:xfrm>
            <a:off x="269443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3" name="Text 31"/>
          <p:cNvSpPr/>
          <p:nvPr/>
        </p:nvSpPr>
        <p:spPr>
          <a:xfrm>
            <a:off x="269443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34" name="Shape 32"/>
          <p:cNvSpPr/>
          <p:nvPr/>
        </p:nvSpPr>
        <p:spPr>
          <a:xfrm>
            <a:off x="2852928"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35" name="Text 33"/>
          <p:cNvSpPr/>
          <p:nvPr/>
        </p:nvSpPr>
        <p:spPr>
          <a:xfrm>
            <a:off x="2852928"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36" name="Shape 34"/>
          <p:cNvSpPr/>
          <p:nvPr/>
        </p:nvSpPr>
        <p:spPr>
          <a:xfrm>
            <a:off x="341376" y="2804160"/>
            <a:ext cx="2706624" cy="0"/>
          </a:xfrm>
          <a:prstGeom prst="line">
            <a:avLst/>
          </a:prstGeom>
          <a:noFill/>
          <a:ln w="5080">
            <a:solidFill>
              <a:srgbClr val="E0E0E0"/>
            </a:solidFill>
            <a:prstDash val="solid"/>
          </a:ln>
        </p:spPr>
        <p:txBody>
          <a:bodyPr/>
          <a:lstStyle/>
          <a:p>
            <a:endParaRPr lang="en-CA"/>
          </a:p>
        </p:txBody>
      </p:sp>
      <p:sp>
        <p:nvSpPr>
          <p:cNvPr id="37" name="Shape 35"/>
          <p:cNvSpPr/>
          <p:nvPr/>
        </p:nvSpPr>
        <p:spPr>
          <a:xfrm>
            <a:off x="341376" y="2804160"/>
            <a:ext cx="2706624" cy="609600"/>
          </a:xfrm>
          <a:prstGeom prst="rect">
            <a:avLst/>
          </a:prstGeom>
          <a:solidFill>
            <a:srgbClr val="FFFFFF"/>
          </a:solidFill>
          <a:ln/>
        </p:spPr>
        <p:txBody>
          <a:bodyPr/>
          <a:lstStyle/>
          <a:p>
            <a:endParaRPr lang="en-CA"/>
          </a:p>
        </p:txBody>
      </p:sp>
      <p:sp>
        <p:nvSpPr>
          <p:cNvPr id="38" name="Shape 36"/>
          <p:cNvSpPr/>
          <p:nvPr/>
        </p:nvSpPr>
        <p:spPr>
          <a:xfrm>
            <a:off x="402336" y="2999232"/>
            <a:ext cx="292608" cy="219456"/>
          </a:xfrm>
          <a:prstGeom prst="rect">
            <a:avLst/>
          </a:prstGeom>
          <a:solidFill>
            <a:srgbClr val="2980B9"/>
          </a:solidFill>
          <a:ln/>
        </p:spPr>
        <p:txBody>
          <a:bodyPr/>
          <a:lstStyle/>
          <a:p>
            <a:endParaRPr lang="en-CA"/>
          </a:p>
        </p:txBody>
      </p:sp>
      <p:sp>
        <p:nvSpPr>
          <p:cNvPr id="39" name="Text 37"/>
          <p:cNvSpPr/>
          <p:nvPr/>
        </p:nvSpPr>
        <p:spPr>
          <a:xfrm>
            <a:off x="402336"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40" name="Text 38"/>
          <p:cNvSpPr/>
          <p:nvPr/>
        </p:nvSpPr>
        <p:spPr>
          <a:xfrm>
            <a:off x="743712"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Task durations realistic for brief complexity</a:t>
            </a:r>
            <a:endParaRPr lang="en-US" sz="1067">
              <a:latin typeface="Times New Roman" panose="02020603050405020304" pitchFamily="18" charset="0"/>
              <a:cs typeface="Times New Roman" panose="02020603050405020304" pitchFamily="18" charset="0"/>
            </a:endParaRPr>
          </a:p>
        </p:txBody>
      </p:sp>
      <p:sp>
        <p:nvSpPr>
          <p:cNvPr id="41" name="Shape 39"/>
          <p:cNvSpPr/>
          <p:nvPr/>
        </p:nvSpPr>
        <p:spPr>
          <a:xfrm>
            <a:off x="253593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2" name="Text 40"/>
          <p:cNvSpPr/>
          <p:nvPr/>
        </p:nvSpPr>
        <p:spPr>
          <a:xfrm>
            <a:off x="253593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43" name="Shape 41"/>
          <p:cNvSpPr/>
          <p:nvPr/>
        </p:nvSpPr>
        <p:spPr>
          <a:xfrm>
            <a:off x="269443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4" name="Text 42"/>
          <p:cNvSpPr/>
          <p:nvPr/>
        </p:nvSpPr>
        <p:spPr>
          <a:xfrm>
            <a:off x="269443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45" name="Shape 43"/>
          <p:cNvSpPr/>
          <p:nvPr/>
        </p:nvSpPr>
        <p:spPr>
          <a:xfrm>
            <a:off x="2852928"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46" name="Text 44"/>
          <p:cNvSpPr/>
          <p:nvPr/>
        </p:nvSpPr>
        <p:spPr>
          <a:xfrm>
            <a:off x="2852928"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47" name="Shape 45"/>
          <p:cNvSpPr/>
          <p:nvPr/>
        </p:nvSpPr>
        <p:spPr>
          <a:xfrm>
            <a:off x="341376" y="3413760"/>
            <a:ext cx="2706624" cy="0"/>
          </a:xfrm>
          <a:prstGeom prst="line">
            <a:avLst/>
          </a:prstGeom>
          <a:noFill/>
          <a:ln w="5080">
            <a:solidFill>
              <a:srgbClr val="E0E0E0"/>
            </a:solidFill>
            <a:prstDash val="solid"/>
          </a:ln>
        </p:spPr>
        <p:txBody>
          <a:bodyPr/>
          <a:lstStyle/>
          <a:p>
            <a:endParaRPr lang="en-CA"/>
          </a:p>
        </p:txBody>
      </p:sp>
      <p:sp>
        <p:nvSpPr>
          <p:cNvPr id="48" name="Shape 46"/>
          <p:cNvSpPr/>
          <p:nvPr/>
        </p:nvSpPr>
        <p:spPr>
          <a:xfrm>
            <a:off x="341376" y="3462528"/>
            <a:ext cx="2706624" cy="292608"/>
          </a:xfrm>
          <a:prstGeom prst="rect">
            <a:avLst/>
          </a:prstGeom>
          <a:solidFill>
            <a:srgbClr val="1F3864"/>
          </a:solidFill>
          <a:ln/>
        </p:spPr>
        <p:txBody>
          <a:bodyPr/>
          <a:lstStyle/>
          <a:p>
            <a:endParaRPr lang="en-CA"/>
          </a:p>
        </p:txBody>
      </p:sp>
      <p:sp>
        <p:nvSpPr>
          <p:cNvPr id="49" name="Text 47"/>
          <p:cNvSpPr/>
          <p:nvPr/>
        </p:nvSpPr>
        <p:spPr>
          <a:xfrm>
            <a:off x="341376"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16</a:t>
            </a:r>
            <a:endParaRPr lang="en-US" sz="1067">
              <a:latin typeface="Times New Roman" panose="02020603050405020304" pitchFamily="18" charset="0"/>
              <a:cs typeface="Times New Roman" panose="02020603050405020304" pitchFamily="18" charset="0"/>
            </a:endParaRPr>
          </a:p>
        </p:txBody>
      </p:sp>
      <p:sp>
        <p:nvSpPr>
          <p:cNvPr id="50" name="Shape 48"/>
          <p:cNvSpPr/>
          <p:nvPr/>
        </p:nvSpPr>
        <p:spPr>
          <a:xfrm>
            <a:off x="3194304" y="950976"/>
            <a:ext cx="2706624" cy="390144"/>
          </a:xfrm>
          <a:prstGeom prst="rect">
            <a:avLst/>
          </a:prstGeom>
          <a:solidFill>
            <a:srgbClr val="1B4F8A"/>
          </a:solidFill>
          <a:ln/>
        </p:spPr>
        <p:txBody>
          <a:bodyPr/>
          <a:lstStyle/>
          <a:p>
            <a:endParaRPr lang="en-CA"/>
          </a:p>
        </p:txBody>
      </p:sp>
      <p:sp>
        <p:nvSpPr>
          <p:cNvPr id="51" name="Text 49"/>
          <p:cNvSpPr/>
          <p:nvPr/>
        </p:nvSpPr>
        <p:spPr>
          <a:xfrm>
            <a:off x="3194304"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RAID — Content Quality</a:t>
            </a:r>
            <a:endParaRPr lang="en-US" sz="1133">
              <a:latin typeface="Times New Roman" panose="02020603050405020304" pitchFamily="18" charset="0"/>
              <a:cs typeface="Times New Roman" panose="02020603050405020304" pitchFamily="18" charset="0"/>
            </a:endParaRPr>
          </a:p>
        </p:txBody>
      </p:sp>
      <p:sp>
        <p:nvSpPr>
          <p:cNvPr id="52" name="Shape 50"/>
          <p:cNvSpPr/>
          <p:nvPr/>
        </p:nvSpPr>
        <p:spPr>
          <a:xfrm>
            <a:off x="3194304" y="1341120"/>
            <a:ext cx="2706624" cy="243840"/>
          </a:xfrm>
          <a:prstGeom prst="rect">
            <a:avLst/>
          </a:prstGeom>
          <a:solidFill>
            <a:srgbClr val="EAF2FF"/>
          </a:solidFill>
          <a:ln/>
        </p:spPr>
        <p:txBody>
          <a:bodyPr/>
          <a:lstStyle/>
          <a:p>
            <a:endParaRPr lang="en-CA"/>
          </a:p>
        </p:txBody>
      </p:sp>
      <p:sp>
        <p:nvSpPr>
          <p:cNvPr id="53" name="Text 51"/>
          <p:cNvSpPr/>
          <p:nvPr/>
        </p:nvSpPr>
        <p:spPr>
          <a:xfrm>
            <a:off x="3584448"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54" name="Shape 52"/>
          <p:cNvSpPr/>
          <p:nvPr/>
        </p:nvSpPr>
        <p:spPr>
          <a:xfrm>
            <a:off x="5388864"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5" name="Text 53"/>
          <p:cNvSpPr/>
          <p:nvPr/>
        </p:nvSpPr>
        <p:spPr>
          <a:xfrm>
            <a:off x="5388864"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56" name="Shape 54"/>
          <p:cNvSpPr/>
          <p:nvPr/>
        </p:nvSpPr>
        <p:spPr>
          <a:xfrm>
            <a:off x="5547360"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7" name="Text 55"/>
          <p:cNvSpPr/>
          <p:nvPr/>
        </p:nvSpPr>
        <p:spPr>
          <a:xfrm>
            <a:off x="5547360"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58" name="Shape 56"/>
          <p:cNvSpPr/>
          <p:nvPr/>
        </p:nvSpPr>
        <p:spPr>
          <a:xfrm>
            <a:off x="570585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59" name="Text 57"/>
          <p:cNvSpPr/>
          <p:nvPr/>
        </p:nvSpPr>
        <p:spPr>
          <a:xfrm>
            <a:off x="570585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60" name="Shape 58"/>
          <p:cNvSpPr/>
          <p:nvPr/>
        </p:nvSpPr>
        <p:spPr>
          <a:xfrm>
            <a:off x="3194304" y="1584960"/>
            <a:ext cx="2706624" cy="609600"/>
          </a:xfrm>
          <a:prstGeom prst="rect">
            <a:avLst/>
          </a:prstGeom>
          <a:solidFill>
            <a:srgbClr val="FFFFFF"/>
          </a:solidFill>
          <a:ln/>
        </p:spPr>
        <p:txBody>
          <a:bodyPr/>
          <a:lstStyle/>
          <a:p>
            <a:endParaRPr lang="en-CA"/>
          </a:p>
        </p:txBody>
      </p:sp>
      <p:sp>
        <p:nvSpPr>
          <p:cNvPr id="61" name="Shape 59"/>
          <p:cNvSpPr/>
          <p:nvPr/>
        </p:nvSpPr>
        <p:spPr>
          <a:xfrm>
            <a:off x="3255264" y="1780032"/>
            <a:ext cx="292608" cy="219456"/>
          </a:xfrm>
          <a:prstGeom prst="rect">
            <a:avLst/>
          </a:prstGeom>
          <a:solidFill>
            <a:srgbClr val="1A5276"/>
          </a:solidFill>
          <a:ln/>
        </p:spPr>
        <p:txBody>
          <a:bodyPr/>
          <a:lstStyle/>
          <a:p>
            <a:endParaRPr lang="en-CA"/>
          </a:p>
        </p:txBody>
      </p:sp>
      <p:sp>
        <p:nvSpPr>
          <p:cNvPr id="62" name="Text 60"/>
          <p:cNvSpPr/>
          <p:nvPr/>
        </p:nvSpPr>
        <p:spPr>
          <a:xfrm>
            <a:off x="3255264"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63" name="Text 61"/>
          <p:cNvSpPr/>
          <p:nvPr/>
        </p:nvSpPr>
        <p:spPr>
          <a:xfrm>
            <a:off x="3596640"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 descriptions name a specific event</a:t>
            </a:r>
            <a:endParaRPr lang="en-US" sz="1067">
              <a:latin typeface="Times New Roman" panose="02020603050405020304" pitchFamily="18" charset="0"/>
              <a:cs typeface="Times New Roman" panose="02020603050405020304" pitchFamily="18" charset="0"/>
            </a:endParaRPr>
          </a:p>
        </p:txBody>
      </p:sp>
      <p:sp>
        <p:nvSpPr>
          <p:cNvPr id="64" name="Shape 62"/>
          <p:cNvSpPr/>
          <p:nvPr/>
        </p:nvSpPr>
        <p:spPr>
          <a:xfrm>
            <a:off x="5388864"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5" name="Text 63"/>
          <p:cNvSpPr/>
          <p:nvPr/>
        </p:nvSpPr>
        <p:spPr>
          <a:xfrm>
            <a:off x="5388864"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66" name="Shape 64"/>
          <p:cNvSpPr/>
          <p:nvPr/>
        </p:nvSpPr>
        <p:spPr>
          <a:xfrm>
            <a:off x="5547360"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7" name="Text 65"/>
          <p:cNvSpPr/>
          <p:nvPr/>
        </p:nvSpPr>
        <p:spPr>
          <a:xfrm>
            <a:off x="5547360"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68" name="Shape 66"/>
          <p:cNvSpPr/>
          <p:nvPr/>
        </p:nvSpPr>
        <p:spPr>
          <a:xfrm>
            <a:off x="570585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69" name="Text 67"/>
          <p:cNvSpPr/>
          <p:nvPr/>
        </p:nvSpPr>
        <p:spPr>
          <a:xfrm>
            <a:off x="570585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70" name="Shape 68"/>
          <p:cNvSpPr/>
          <p:nvPr/>
        </p:nvSpPr>
        <p:spPr>
          <a:xfrm>
            <a:off x="3194304" y="2194560"/>
            <a:ext cx="2706624" cy="0"/>
          </a:xfrm>
          <a:prstGeom prst="line">
            <a:avLst/>
          </a:prstGeom>
          <a:noFill/>
          <a:ln w="5080">
            <a:solidFill>
              <a:srgbClr val="E0E0E0"/>
            </a:solidFill>
            <a:prstDash val="solid"/>
          </a:ln>
        </p:spPr>
        <p:txBody>
          <a:bodyPr/>
          <a:lstStyle/>
          <a:p>
            <a:endParaRPr lang="en-CA"/>
          </a:p>
        </p:txBody>
      </p:sp>
      <p:sp>
        <p:nvSpPr>
          <p:cNvPr id="71" name="Shape 69"/>
          <p:cNvSpPr/>
          <p:nvPr/>
        </p:nvSpPr>
        <p:spPr>
          <a:xfrm>
            <a:off x="3194304" y="2194560"/>
            <a:ext cx="2706624" cy="609600"/>
          </a:xfrm>
          <a:prstGeom prst="rect">
            <a:avLst/>
          </a:prstGeom>
          <a:solidFill>
            <a:srgbClr val="F4F8FC"/>
          </a:solidFill>
          <a:ln/>
        </p:spPr>
        <p:txBody>
          <a:bodyPr/>
          <a:lstStyle/>
          <a:p>
            <a:endParaRPr lang="en-CA"/>
          </a:p>
        </p:txBody>
      </p:sp>
      <p:sp>
        <p:nvSpPr>
          <p:cNvPr id="72" name="Shape 70"/>
          <p:cNvSpPr/>
          <p:nvPr/>
        </p:nvSpPr>
        <p:spPr>
          <a:xfrm>
            <a:off x="3255264" y="2353055"/>
            <a:ext cx="292608" cy="219456"/>
          </a:xfrm>
          <a:prstGeom prst="rect">
            <a:avLst/>
          </a:prstGeom>
          <a:solidFill>
            <a:srgbClr val="1A5276"/>
          </a:solidFill>
          <a:ln/>
        </p:spPr>
        <p:txBody>
          <a:bodyPr/>
          <a:lstStyle/>
          <a:p>
            <a:endParaRPr lang="en-CA"/>
          </a:p>
        </p:txBody>
      </p:sp>
      <p:sp>
        <p:nvSpPr>
          <p:cNvPr id="73" name="Text 71"/>
          <p:cNvSpPr/>
          <p:nvPr/>
        </p:nvSpPr>
        <p:spPr>
          <a:xfrm>
            <a:off x="3255264" y="2341360"/>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74" name="Text 72"/>
          <p:cNvSpPr/>
          <p:nvPr/>
        </p:nvSpPr>
        <p:spPr>
          <a:xfrm>
            <a:off x="3596640"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Mitigation actions genuinely actionable</a:t>
            </a:r>
            <a:endParaRPr lang="en-US" sz="1067">
              <a:latin typeface="Times New Roman" panose="02020603050405020304" pitchFamily="18" charset="0"/>
              <a:cs typeface="Times New Roman" panose="02020603050405020304" pitchFamily="18" charset="0"/>
            </a:endParaRPr>
          </a:p>
        </p:txBody>
      </p:sp>
      <p:sp>
        <p:nvSpPr>
          <p:cNvPr id="75" name="Shape 73"/>
          <p:cNvSpPr/>
          <p:nvPr/>
        </p:nvSpPr>
        <p:spPr>
          <a:xfrm>
            <a:off x="5388864"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76" name="Text 74"/>
          <p:cNvSpPr/>
          <p:nvPr/>
        </p:nvSpPr>
        <p:spPr>
          <a:xfrm>
            <a:off x="5388864"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77" name="Shape 75"/>
          <p:cNvSpPr/>
          <p:nvPr/>
        </p:nvSpPr>
        <p:spPr>
          <a:xfrm>
            <a:off x="5547360"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78" name="Text 76"/>
          <p:cNvSpPr/>
          <p:nvPr/>
        </p:nvSpPr>
        <p:spPr>
          <a:xfrm>
            <a:off x="5547360"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79" name="Shape 77"/>
          <p:cNvSpPr/>
          <p:nvPr/>
        </p:nvSpPr>
        <p:spPr>
          <a:xfrm>
            <a:off x="570585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80" name="Text 78"/>
          <p:cNvSpPr/>
          <p:nvPr/>
        </p:nvSpPr>
        <p:spPr>
          <a:xfrm>
            <a:off x="570585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81" name="Shape 79"/>
          <p:cNvSpPr/>
          <p:nvPr/>
        </p:nvSpPr>
        <p:spPr>
          <a:xfrm>
            <a:off x="3194304" y="2804160"/>
            <a:ext cx="2706624" cy="0"/>
          </a:xfrm>
          <a:prstGeom prst="line">
            <a:avLst/>
          </a:prstGeom>
          <a:noFill/>
          <a:ln w="5080">
            <a:solidFill>
              <a:srgbClr val="E0E0E0"/>
            </a:solidFill>
            <a:prstDash val="solid"/>
          </a:ln>
        </p:spPr>
        <p:txBody>
          <a:bodyPr/>
          <a:lstStyle/>
          <a:p>
            <a:endParaRPr lang="en-CA"/>
          </a:p>
        </p:txBody>
      </p:sp>
      <p:sp>
        <p:nvSpPr>
          <p:cNvPr id="82" name="Shape 80"/>
          <p:cNvSpPr/>
          <p:nvPr/>
        </p:nvSpPr>
        <p:spPr>
          <a:xfrm>
            <a:off x="3194304" y="2804160"/>
            <a:ext cx="2706624" cy="609600"/>
          </a:xfrm>
          <a:prstGeom prst="rect">
            <a:avLst/>
          </a:prstGeom>
          <a:solidFill>
            <a:srgbClr val="FFFFFF"/>
          </a:solidFill>
          <a:ln/>
        </p:spPr>
        <p:txBody>
          <a:bodyPr/>
          <a:lstStyle/>
          <a:p>
            <a:endParaRPr lang="en-CA"/>
          </a:p>
        </p:txBody>
      </p:sp>
      <p:sp>
        <p:nvSpPr>
          <p:cNvPr id="83" name="Shape 81"/>
          <p:cNvSpPr/>
          <p:nvPr/>
        </p:nvSpPr>
        <p:spPr>
          <a:xfrm>
            <a:off x="3255264" y="2999232"/>
            <a:ext cx="292608" cy="219456"/>
          </a:xfrm>
          <a:prstGeom prst="rect">
            <a:avLst/>
          </a:prstGeom>
          <a:solidFill>
            <a:srgbClr val="2980B9"/>
          </a:solidFill>
          <a:ln/>
        </p:spPr>
        <p:txBody>
          <a:bodyPr/>
          <a:lstStyle/>
          <a:p>
            <a:endParaRPr lang="en-CA"/>
          </a:p>
        </p:txBody>
      </p:sp>
      <p:sp>
        <p:nvSpPr>
          <p:cNvPr id="84" name="Text 82"/>
          <p:cNvSpPr/>
          <p:nvPr/>
        </p:nvSpPr>
        <p:spPr>
          <a:xfrm>
            <a:off x="3255264"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85" name="Text 83"/>
          <p:cNvSpPr/>
          <p:nvPr/>
        </p:nvSpPr>
        <p:spPr>
          <a:xfrm>
            <a:off x="3596640"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Inferred owner roles reasonable for client</a:t>
            </a:r>
            <a:endParaRPr lang="en-US" sz="1067">
              <a:latin typeface="Times New Roman" panose="02020603050405020304" pitchFamily="18" charset="0"/>
              <a:cs typeface="Times New Roman" panose="02020603050405020304" pitchFamily="18" charset="0"/>
            </a:endParaRPr>
          </a:p>
        </p:txBody>
      </p:sp>
      <p:sp>
        <p:nvSpPr>
          <p:cNvPr id="86" name="Shape 84"/>
          <p:cNvSpPr/>
          <p:nvPr/>
        </p:nvSpPr>
        <p:spPr>
          <a:xfrm>
            <a:off x="5388864"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87" name="Text 85"/>
          <p:cNvSpPr/>
          <p:nvPr/>
        </p:nvSpPr>
        <p:spPr>
          <a:xfrm>
            <a:off x="5388864"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88" name="Shape 86"/>
          <p:cNvSpPr/>
          <p:nvPr/>
        </p:nvSpPr>
        <p:spPr>
          <a:xfrm>
            <a:off x="5547360"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89" name="Text 87"/>
          <p:cNvSpPr/>
          <p:nvPr/>
        </p:nvSpPr>
        <p:spPr>
          <a:xfrm>
            <a:off x="5547360"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90" name="Shape 88"/>
          <p:cNvSpPr/>
          <p:nvPr/>
        </p:nvSpPr>
        <p:spPr>
          <a:xfrm>
            <a:off x="570585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91" name="Text 89"/>
          <p:cNvSpPr/>
          <p:nvPr/>
        </p:nvSpPr>
        <p:spPr>
          <a:xfrm>
            <a:off x="570585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92" name="Shape 90"/>
          <p:cNvSpPr/>
          <p:nvPr/>
        </p:nvSpPr>
        <p:spPr>
          <a:xfrm>
            <a:off x="3194304" y="3413760"/>
            <a:ext cx="2706624" cy="0"/>
          </a:xfrm>
          <a:prstGeom prst="line">
            <a:avLst/>
          </a:prstGeom>
          <a:noFill/>
          <a:ln w="5080">
            <a:solidFill>
              <a:srgbClr val="E0E0E0"/>
            </a:solidFill>
            <a:prstDash val="solid"/>
          </a:ln>
        </p:spPr>
        <p:txBody>
          <a:bodyPr/>
          <a:lstStyle/>
          <a:p>
            <a:endParaRPr lang="en-CA"/>
          </a:p>
        </p:txBody>
      </p:sp>
      <p:sp>
        <p:nvSpPr>
          <p:cNvPr id="93" name="Shape 91"/>
          <p:cNvSpPr/>
          <p:nvPr/>
        </p:nvSpPr>
        <p:spPr>
          <a:xfrm>
            <a:off x="3194304" y="3413760"/>
            <a:ext cx="2706624" cy="609600"/>
          </a:xfrm>
          <a:prstGeom prst="rect">
            <a:avLst/>
          </a:prstGeom>
          <a:solidFill>
            <a:srgbClr val="F4F8FC"/>
          </a:solidFill>
          <a:ln/>
        </p:spPr>
        <p:txBody>
          <a:bodyPr/>
          <a:lstStyle/>
          <a:p>
            <a:endParaRPr lang="en-CA"/>
          </a:p>
        </p:txBody>
      </p:sp>
      <p:sp>
        <p:nvSpPr>
          <p:cNvPr id="94" name="Shape 92"/>
          <p:cNvSpPr/>
          <p:nvPr/>
        </p:nvSpPr>
        <p:spPr>
          <a:xfrm>
            <a:off x="3255264" y="3608832"/>
            <a:ext cx="292608" cy="219456"/>
          </a:xfrm>
          <a:prstGeom prst="rect">
            <a:avLst/>
          </a:prstGeom>
          <a:solidFill>
            <a:srgbClr val="2980B9"/>
          </a:solidFill>
          <a:ln/>
        </p:spPr>
        <p:txBody>
          <a:bodyPr/>
          <a:lstStyle/>
          <a:p>
            <a:endParaRPr lang="en-IN">
              <a:latin typeface="Times New Roman" panose="02020603050405020304" pitchFamily="18" charset="0"/>
              <a:cs typeface="Times New Roman" panose="02020603050405020304" pitchFamily="18" charset="0"/>
            </a:endParaRPr>
          </a:p>
        </p:txBody>
      </p:sp>
      <p:sp>
        <p:nvSpPr>
          <p:cNvPr id="95" name="Text 93"/>
          <p:cNvSpPr/>
          <p:nvPr/>
        </p:nvSpPr>
        <p:spPr>
          <a:xfrm>
            <a:off x="3255264" y="36088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96" name="Text 94"/>
          <p:cNvSpPr/>
          <p:nvPr/>
        </p:nvSpPr>
        <p:spPr>
          <a:xfrm>
            <a:off x="3596640" y="34137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 priority reflects actual brief severity</a:t>
            </a:r>
            <a:endParaRPr lang="en-US" sz="1067">
              <a:latin typeface="Times New Roman" panose="02020603050405020304" pitchFamily="18" charset="0"/>
              <a:cs typeface="Times New Roman" panose="02020603050405020304" pitchFamily="18" charset="0"/>
            </a:endParaRPr>
          </a:p>
        </p:txBody>
      </p:sp>
      <p:sp>
        <p:nvSpPr>
          <p:cNvPr id="97" name="Shape 95"/>
          <p:cNvSpPr/>
          <p:nvPr/>
        </p:nvSpPr>
        <p:spPr>
          <a:xfrm>
            <a:off x="5388864"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98" name="Text 96"/>
          <p:cNvSpPr/>
          <p:nvPr/>
        </p:nvSpPr>
        <p:spPr>
          <a:xfrm>
            <a:off x="5388864"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99" name="Shape 97"/>
          <p:cNvSpPr/>
          <p:nvPr/>
        </p:nvSpPr>
        <p:spPr>
          <a:xfrm>
            <a:off x="5547360"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100" name="Text 98"/>
          <p:cNvSpPr/>
          <p:nvPr/>
        </p:nvSpPr>
        <p:spPr>
          <a:xfrm>
            <a:off x="5547360"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01" name="Shape 99"/>
          <p:cNvSpPr/>
          <p:nvPr/>
        </p:nvSpPr>
        <p:spPr>
          <a:xfrm>
            <a:off x="5705856" y="3608832"/>
            <a:ext cx="121920" cy="219456"/>
          </a:xfrm>
          <a:prstGeom prst="rect">
            <a:avLst/>
          </a:prstGeom>
          <a:solidFill>
            <a:srgbClr val="FFFFFF"/>
          </a:solidFill>
          <a:ln w="6350">
            <a:solidFill>
              <a:srgbClr val="BBBBBB"/>
            </a:solidFill>
            <a:prstDash val="solid"/>
          </a:ln>
        </p:spPr>
        <p:txBody>
          <a:bodyPr/>
          <a:lstStyle/>
          <a:p>
            <a:endParaRPr lang="en-CA"/>
          </a:p>
        </p:txBody>
      </p:sp>
      <p:sp>
        <p:nvSpPr>
          <p:cNvPr id="102" name="Text 100"/>
          <p:cNvSpPr/>
          <p:nvPr/>
        </p:nvSpPr>
        <p:spPr>
          <a:xfrm>
            <a:off x="5705856" y="36088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03" name="Shape 101"/>
          <p:cNvSpPr/>
          <p:nvPr/>
        </p:nvSpPr>
        <p:spPr>
          <a:xfrm>
            <a:off x="3194304" y="4023360"/>
            <a:ext cx="2706624" cy="0"/>
          </a:xfrm>
          <a:prstGeom prst="line">
            <a:avLst/>
          </a:prstGeom>
          <a:noFill/>
          <a:ln w="5080">
            <a:solidFill>
              <a:srgbClr val="E0E0E0"/>
            </a:solidFill>
            <a:prstDash val="solid"/>
          </a:ln>
        </p:spPr>
        <p:txBody>
          <a:bodyPr/>
          <a:lstStyle/>
          <a:p>
            <a:endParaRPr lang="en-CA"/>
          </a:p>
        </p:txBody>
      </p:sp>
      <p:sp>
        <p:nvSpPr>
          <p:cNvPr id="104" name="Shape 102"/>
          <p:cNvSpPr/>
          <p:nvPr/>
        </p:nvSpPr>
        <p:spPr>
          <a:xfrm>
            <a:off x="3194304" y="4072128"/>
            <a:ext cx="2706624" cy="292608"/>
          </a:xfrm>
          <a:prstGeom prst="rect">
            <a:avLst/>
          </a:prstGeom>
          <a:solidFill>
            <a:srgbClr val="1B4F8A"/>
          </a:solidFill>
          <a:ln/>
        </p:spPr>
        <p:txBody>
          <a:bodyPr/>
          <a:lstStyle/>
          <a:p>
            <a:endParaRPr lang="en-IN">
              <a:latin typeface="Times New Roman" panose="02020603050405020304" pitchFamily="18" charset="0"/>
              <a:cs typeface="Times New Roman" panose="02020603050405020304" pitchFamily="18" charset="0"/>
            </a:endParaRPr>
          </a:p>
        </p:txBody>
      </p:sp>
      <p:sp>
        <p:nvSpPr>
          <p:cNvPr id="105" name="Text 103"/>
          <p:cNvSpPr/>
          <p:nvPr/>
        </p:nvSpPr>
        <p:spPr>
          <a:xfrm>
            <a:off x="3194304" y="40721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22</a:t>
            </a:r>
            <a:endParaRPr lang="en-US" sz="1067">
              <a:latin typeface="Times New Roman" panose="02020603050405020304" pitchFamily="18" charset="0"/>
              <a:cs typeface="Times New Roman" panose="02020603050405020304" pitchFamily="18" charset="0"/>
            </a:endParaRPr>
          </a:p>
        </p:txBody>
      </p:sp>
      <p:sp>
        <p:nvSpPr>
          <p:cNvPr id="106" name="Shape 104"/>
          <p:cNvSpPr/>
          <p:nvPr/>
        </p:nvSpPr>
        <p:spPr>
          <a:xfrm>
            <a:off x="6047232" y="950976"/>
            <a:ext cx="2706624" cy="390144"/>
          </a:xfrm>
          <a:prstGeom prst="rect">
            <a:avLst/>
          </a:prstGeom>
          <a:solidFill>
            <a:srgbClr val="2471A3"/>
          </a:solidFill>
          <a:ln/>
        </p:spPr>
        <p:txBody>
          <a:bodyPr/>
          <a:lstStyle/>
          <a:p>
            <a:endParaRPr lang="en-CA"/>
          </a:p>
        </p:txBody>
      </p:sp>
      <p:sp>
        <p:nvSpPr>
          <p:cNvPr id="107" name="Text 105"/>
          <p:cNvSpPr/>
          <p:nvPr/>
        </p:nvSpPr>
        <p:spPr>
          <a:xfrm>
            <a:off x="6047232"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Stakeholder Map — Relevance</a:t>
            </a:r>
            <a:endParaRPr lang="en-US" sz="1133">
              <a:latin typeface="Times New Roman" panose="02020603050405020304" pitchFamily="18" charset="0"/>
              <a:cs typeface="Times New Roman" panose="02020603050405020304" pitchFamily="18" charset="0"/>
            </a:endParaRPr>
          </a:p>
        </p:txBody>
      </p:sp>
      <p:sp>
        <p:nvSpPr>
          <p:cNvPr id="108" name="Shape 106"/>
          <p:cNvSpPr/>
          <p:nvPr/>
        </p:nvSpPr>
        <p:spPr>
          <a:xfrm>
            <a:off x="6047232" y="1341120"/>
            <a:ext cx="2706624" cy="243840"/>
          </a:xfrm>
          <a:prstGeom prst="rect">
            <a:avLst/>
          </a:prstGeom>
          <a:solidFill>
            <a:srgbClr val="EAF2FF"/>
          </a:solidFill>
          <a:ln/>
        </p:spPr>
        <p:txBody>
          <a:bodyPr/>
          <a:lstStyle/>
          <a:p>
            <a:endParaRPr lang="en-CA"/>
          </a:p>
        </p:txBody>
      </p:sp>
      <p:sp>
        <p:nvSpPr>
          <p:cNvPr id="109" name="Text 107"/>
          <p:cNvSpPr/>
          <p:nvPr/>
        </p:nvSpPr>
        <p:spPr>
          <a:xfrm>
            <a:off x="6437376"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110" name="Shape 108"/>
          <p:cNvSpPr/>
          <p:nvPr/>
        </p:nvSpPr>
        <p:spPr>
          <a:xfrm>
            <a:off x="824179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1" name="Text 109"/>
          <p:cNvSpPr/>
          <p:nvPr/>
        </p:nvSpPr>
        <p:spPr>
          <a:xfrm>
            <a:off x="824179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12" name="Shape 110"/>
          <p:cNvSpPr/>
          <p:nvPr/>
        </p:nvSpPr>
        <p:spPr>
          <a:xfrm>
            <a:off x="8400288"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3" name="Text 111"/>
          <p:cNvSpPr/>
          <p:nvPr/>
        </p:nvSpPr>
        <p:spPr>
          <a:xfrm>
            <a:off x="8400288"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14" name="Shape 112"/>
          <p:cNvSpPr/>
          <p:nvPr/>
        </p:nvSpPr>
        <p:spPr>
          <a:xfrm>
            <a:off x="8558784"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15" name="Text 113"/>
          <p:cNvSpPr/>
          <p:nvPr/>
        </p:nvSpPr>
        <p:spPr>
          <a:xfrm>
            <a:off x="8558784"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16" name="Shape 114"/>
          <p:cNvSpPr/>
          <p:nvPr/>
        </p:nvSpPr>
        <p:spPr>
          <a:xfrm>
            <a:off x="6047232" y="1584960"/>
            <a:ext cx="2706624" cy="609600"/>
          </a:xfrm>
          <a:prstGeom prst="rect">
            <a:avLst/>
          </a:prstGeom>
          <a:solidFill>
            <a:srgbClr val="FFFFFF"/>
          </a:solidFill>
          <a:ln/>
        </p:spPr>
        <p:txBody>
          <a:bodyPr/>
          <a:lstStyle/>
          <a:p>
            <a:endParaRPr lang="en-CA"/>
          </a:p>
        </p:txBody>
      </p:sp>
      <p:sp>
        <p:nvSpPr>
          <p:cNvPr id="117" name="Shape 115"/>
          <p:cNvSpPr/>
          <p:nvPr/>
        </p:nvSpPr>
        <p:spPr>
          <a:xfrm>
            <a:off x="6108192" y="1780032"/>
            <a:ext cx="292608" cy="219456"/>
          </a:xfrm>
          <a:prstGeom prst="rect">
            <a:avLst/>
          </a:prstGeom>
          <a:solidFill>
            <a:srgbClr val="1A5276"/>
          </a:solidFill>
          <a:ln/>
        </p:spPr>
        <p:txBody>
          <a:bodyPr/>
          <a:lstStyle/>
          <a:p>
            <a:endParaRPr lang="en-CA"/>
          </a:p>
        </p:txBody>
      </p:sp>
      <p:sp>
        <p:nvSpPr>
          <p:cNvPr id="118" name="Text 116"/>
          <p:cNvSpPr/>
          <p:nvPr/>
        </p:nvSpPr>
        <p:spPr>
          <a:xfrm>
            <a:off x="6108192"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119" name="Text 117"/>
          <p:cNvSpPr/>
          <p:nvPr/>
        </p:nvSpPr>
        <p:spPr>
          <a:xfrm>
            <a:off x="6449568"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Stakeholder roles plausible for this client</a:t>
            </a:r>
            <a:endParaRPr lang="en-US" sz="1067">
              <a:latin typeface="Times New Roman" panose="02020603050405020304" pitchFamily="18" charset="0"/>
              <a:cs typeface="Times New Roman" panose="02020603050405020304" pitchFamily="18" charset="0"/>
            </a:endParaRPr>
          </a:p>
        </p:txBody>
      </p:sp>
      <p:sp>
        <p:nvSpPr>
          <p:cNvPr id="120" name="Shape 118"/>
          <p:cNvSpPr/>
          <p:nvPr/>
        </p:nvSpPr>
        <p:spPr>
          <a:xfrm>
            <a:off x="824179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1" name="Text 119"/>
          <p:cNvSpPr/>
          <p:nvPr/>
        </p:nvSpPr>
        <p:spPr>
          <a:xfrm>
            <a:off x="824179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22" name="Shape 120"/>
          <p:cNvSpPr/>
          <p:nvPr/>
        </p:nvSpPr>
        <p:spPr>
          <a:xfrm>
            <a:off x="8400288"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3" name="Text 121"/>
          <p:cNvSpPr/>
          <p:nvPr/>
        </p:nvSpPr>
        <p:spPr>
          <a:xfrm>
            <a:off x="8400288"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24" name="Shape 122"/>
          <p:cNvSpPr/>
          <p:nvPr/>
        </p:nvSpPr>
        <p:spPr>
          <a:xfrm>
            <a:off x="8558784"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25" name="Text 123"/>
          <p:cNvSpPr/>
          <p:nvPr/>
        </p:nvSpPr>
        <p:spPr>
          <a:xfrm>
            <a:off x="8558784"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26" name="Shape 124"/>
          <p:cNvSpPr/>
          <p:nvPr/>
        </p:nvSpPr>
        <p:spPr>
          <a:xfrm>
            <a:off x="6047232" y="2194560"/>
            <a:ext cx="2706624" cy="0"/>
          </a:xfrm>
          <a:prstGeom prst="line">
            <a:avLst/>
          </a:prstGeom>
          <a:noFill/>
          <a:ln w="5080">
            <a:solidFill>
              <a:srgbClr val="E0E0E0"/>
            </a:solidFill>
            <a:prstDash val="solid"/>
          </a:ln>
        </p:spPr>
        <p:txBody>
          <a:bodyPr/>
          <a:lstStyle/>
          <a:p>
            <a:endParaRPr lang="en-CA"/>
          </a:p>
        </p:txBody>
      </p:sp>
      <p:sp>
        <p:nvSpPr>
          <p:cNvPr id="127" name="Shape 125"/>
          <p:cNvSpPr/>
          <p:nvPr/>
        </p:nvSpPr>
        <p:spPr>
          <a:xfrm>
            <a:off x="6047232" y="2194560"/>
            <a:ext cx="2706624" cy="609600"/>
          </a:xfrm>
          <a:prstGeom prst="rect">
            <a:avLst/>
          </a:prstGeom>
          <a:solidFill>
            <a:srgbClr val="F4F8FC"/>
          </a:solidFill>
          <a:ln/>
        </p:spPr>
        <p:txBody>
          <a:bodyPr/>
          <a:lstStyle/>
          <a:p>
            <a:endParaRPr lang="en-CA"/>
          </a:p>
        </p:txBody>
      </p:sp>
      <p:sp>
        <p:nvSpPr>
          <p:cNvPr id="128" name="Shape 126"/>
          <p:cNvSpPr/>
          <p:nvPr/>
        </p:nvSpPr>
        <p:spPr>
          <a:xfrm>
            <a:off x="6108192" y="2389632"/>
            <a:ext cx="292608" cy="219456"/>
          </a:xfrm>
          <a:prstGeom prst="rect">
            <a:avLst/>
          </a:prstGeom>
          <a:solidFill>
            <a:srgbClr val="1A5276"/>
          </a:solidFill>
          <a:ln/>
        </p:spPr>
        <p:txBody>
          <a:bodyPr/>
          <a:lstStyle/>
          <a:p>
            <a:endParaRPr lang="en-CA"/>
          </a:p>
        </p:txBody>
      </p:sp>
      <p:sp>
        <p:nvSpPr>
          <p:cNvPr id="129" name="Text 127"/>
          <p:cNvSpPr/>
          <p:nvPr/>
        </p:nvSpPr>
        <p:spPr>
          <a:xfrm>
            <a:off x="6108192"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30" name="Text 128"/>
          <p:cNvSpPr/>
          <p:nvPr/>
        </p:nvSpPr>
        <p:spPr>
          <a:xfrm>
            <a:off x="6449568" y="21945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Engagement strategy reflects power dynamics</a:t>
            </a:r>
            <a:endParaRPr lang="en-US" sz="1067">
              <a:latin typeface="Times New Roman" panose="02020603050405020304" pitchFamily="18" charset="0"/>
              <a:cs typeface="Times New Roman" panose="02020603050405020304" pitchFamily="18" charset="0"/>
            </a:endParaRPr>
          </a:p>
        </p:txBody>
      </p:sp>
      <p:sp>
        <p:nvSpPr>
          <p:cNvPr id="131" name="Shape 129"/>
          <p:cNvSpPr/>
          <p:nvPr/>
        </p:nvSpPr>
        <p:spPr>
          <a:xfrm>
            <a:off x="824179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2" name="Text 130"/>
          <p:cNvSpPr/>
          <p:nvPr/>
        </p:nvSpPr>
        <p:spPr>
          <a:xfrm>
            <a:off x="824179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33" name="Shape 131"/>
          <p:cNvSpPr/>
          <p:nvPr/>
        </p:nvSpPr>
        <p:spPr>
          <a:xfrm>
            <a:off x="8400288"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4" name="Text 132"/>
          <p:cNvSpPr/>
          <p:nvPr/>
        </p:nvSpPr>
        <p:spPr>
          <a:xfrm>
            <a:off x="8400288"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35" name="Shape 133"/>
          <p:cNvSpPr/>
          <p:nvPr/>
        </p:nvSpPr>
        <p:spPr>
          <a:xfrm>
            <a:off x="8558784"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36" name="Text 134"/>
          <p:cNvSpPr/>
          <p:nvPr/>
        </p:nvSpPr>
        <p:spPr>
          <a:xfrm>
            <a:off x="8558784"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37" name="Shape 135"/>
          <p:cNvSpPr/>
          <p:nvPr/>
        </p:nvSpPr>
        <p:spPr>
          <a:xfrm>
            <a:off x="6047232" y="2804160"/>
            <a:ext cx="2706624" cy="0"/>
          </a:xfrm>
          <a:prstGeom prst="line">
            <a:avLst/>
          </a:prstGeom>
          <a:noFill/>
          <a:ln w="5080">
            <a:solidFill>
              <a:srgbClr val="E0E0E0"/>
            </a:solidFill>
            <a:prstDash val="solid"/>
          </a:ln>
        </p:spPr>
        <p:txBody>
          <a:bodyPr/>
          <a:lstStyle/>
          <a:p>
            <a:endParaRPr lang="en-CA"/>
          </a:p>
        </p:txBody>
      </p:sp>
      <p:sp>
        <p:nvSpPr>
          <p:cNvPr id="138" name="Shape 136"/>
          <p:cNvSpPr/>
          <p:nvPr/>
        </p:nvSpPr>
        <p:spPr>
          <a:xfrm>
            <a:off x="6047232" y="2804160"/>
            <a:ext cx="2706624" cy="609600"/>
          </a:xfrm>
          <a:prstGeom prst="rect">
            <a:avLst/>
          </a:prstGeom>
          <a:solidFill>
            <a:srgbClr val="FFFFFF"/>
          </a:solidFill>
          <a:ln/>
        </p:spPr>
        <p:txBody>
          <a:bodyPr/>
          <a:lstStyle/>
          <a:p>
            <a:endParaRPr lang="en-CA"/>
          </a:p>
        </p:txBody>
      </p:sp>
      <p:sp>
        <p:nvSpPr>
          <p:cNvPr id="139" name="Shape 137"/>
          <p:cNvSpPr/>
          <p:nvPr/>
        </p:nvSpPr>
        <p:spPr>
          <a:xfrm>
            <a:off x="6108192" y="2999232"/>
            <a:ext cx="292608" cy="219456"/>
          </a:xfrm>
          <a:prstGeom prst="rect">
            <a:avLst/>
          </a:prstGeom>
          <a:solidFill>
            <a:srgbClr val="2980B9"/>
          </a:solidFill>
          <a:ln/>
        </p:spPr>
        <p:txBody>
          <a:bodyPr/>
          <a:lstStyle/>
          <a:p>
            <a:endParaRPr lang="en-CA"/>
          </a:p>
        </p:txBody>
      </p:sp>
      <p:sp>
        <p:nvSpPr>
          <p:cNvPr id="140" name="Text 138"/>
          <p:cNvSpPr/>
          <p:nvPr/>
        </p:nvSpPr>
        <p:spPr>
          <a:xfrm>
            <a:off x="6108192"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67">
              <a:latin typeface="Times New Roman" panose="02020603050405020304" pitchFamily="18" charset="0"/>
              <a:cs typeface="Times New Roman" panose="02020603050405020304" pitchFamily="18" charset="0"/>
            </a:endParaRPr>
          </a:p>
        </p:txBody>
      </p:sp>
      <p:sp>
        <p:nvSpPr>
          <p:cNvPr id="141" name="Text 139"/>
          <p:cNvSpPr/>
          <p:nvPr/>
        </p:nvSpPr>
        <p:spPr>
          <a:xfrm>
            <a:off x="6449568"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No obvious stakeholder groups missing</a:t>
            </a:r>
            <a:endParaRPr lang="en-US" sz="1067">
              <a:latin typeface="Times New Roman" panose="02020603050405020304" pitchFamily="18" charset="0"/>
              <a:cs typeface="Times New Roman" panose="02020603050405020304" pitchFamily="18" charset="0"/>
            </a:endParaRPr>
          </a:p>
        </p:txBody>
      </p:sp>
      <p:sp>
        <p:nvSpPr>
          <p:cNvPr id="142" name="Shape 140"/>
          <p:cNvSpPr/>
          <p:nvPr/>
        </p:nvSpPr>
        <p:spPr>
          <a:xfrm>
            <a:off x="824179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3" name="Text 141"/>
          <p:cNvSpPr/>
          <p:nvPr/>
        </p:nvSpPr>
        <p:spPr>
          <a:xfrm>
            <a:off x="824179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44" name="Shape 142"/>
          <p:cNvSpPr/>
          <p:nvPr/>
        </p:nvSpPr>
        <p:spPr>
          <a:xfrm>
            <a:off x="8400288"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5" name="Text 143"/>
          <p:cNvSpPr/>
          <p:nvPr/>
        </p:nvSpPr>
        <p:spPr>
          <a:xfrm>
            <a:off x="8400288"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46" name="Shape 144"/>
          <p:cNvSpPr/>
          <p:nvPr/>
        </p:nvSpPr>
        <p:spPr>
          <a:xfrm>
            <a:off x="8558784"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47" name="Text 145"/>
          <p:cNvSpPr/>
          <p:nvPr/>
        </p:nvSpPr>
        <p:spPr>
          <a:xfrm>
            <a:off x="8558784"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48" name="Shape 146"/>
          <p:cNvSpPr/>
          <p:nvPr/>
        </p:nvSpPr>
        <p:spPr>
          <a:xfrm>
            <a:off x="6047232" y="3413760"/>
            <a:ext cx="2706624" cy="0"/>
          </a:xfrm>
          <a:prstGeom prst="line">
            <a:avLst/>
          </a:prstGeom>
          <a:noFill/>
          <a:ln w="5080">
            <a:solidFill>
              <a:srgbClr val="E0E0E0"/>
            </a:solidFill>
            <a:prstDash val="solid"/>
          </a:ln>
        </p:spPr>
        <p:txBody>
          <a:bodyPr/>
          <a:lstStyle/>
          <a:p>
            <a:endParaRPr lang="en-CA"/>
          </a:p>
        </p:txBody>
      </p:sp>
      <p:sp>
        <p:nvSpPr>
          <p:cNvPr id="149" name="Shape 147"/>
          <p:cNvSpPr/>
          <p:nvPr/>
        </p:nvSpPr>
        <p:spPr>
          <a:xfrm>
            <a:off x="6047232" y="3462528"/>
            <a:ext cx="2706624" cy="292608"/>
          </a:xfrm>
          <a:prstGeom prst="rect">
            <a:avLst/>
          </a:prstGeom>
          <a:solidFill>
            <a:srgbClr val="2471A3"/>
          </a:solidFill>
          <a:ln/>
        </p:spPr>
        <p:txBody>
          <a:bodyPr/>
          <a:lstStyle/>
          <a:p>
            <a:endParaRPr lang="en-CA"/>
          </a:p>
        </p:txBody>
      </p:sp>
      <p:sp>
        <p:nvSpPr>
          <p:cNvPr id="150" name="Text 148"/>
          <p:cNvSpPr/>
          <p:nvPr/>
        </p:nvSpPr>
        <p:spPr>
          <a:xfrm>
            <a:off x="6047232"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14</a:t>
            </a:r>
            <a:endParaRPr lang="en-US" sz="1067">
              <a:latin typeface="Times New Roman" panose="02020603050405020304" pitchFamily="18" charset="0"/>
              <a:cs typeface="Times New Roman" panose="02020603050405020304" pitchFamily="18" charset="0"/>
            </a:endParaRPr>
          </a:p>
        </p:txBody>
      </p:sp>
      <p:sp>
        <p:nvSpPr>
          <p:cNvPr id="151" name="Shape 149"/>
          <p:cNvSpPr/>
          <p:nvPr/>
        </p:nvSpPr>
        <p:spPr>
          <a:xfrm>
            <a:off x="8900160" y="950976"/>
            <a:ext cx="2706624" cy="390144"/>
          </a:xfrm>
          <a:prstGeom prst="rect">
            <a:avLst/>
          </a:prstGeom>
          <a:solidFill>
            <a:srgbClr val="2E86C1"/>
          </a:solidFill>
          <a:ln/>
        </p:spPr>
        <p:txBody>
          <a:bodyPr/>
          <a:lstStyle/>
          <a:p>
            <a:endParaRPr lang="en-CA"/>
          </a:p>
        </p:txBody>
      </p:sp>
      <p:sp>
        <p:nvSpPr>
          <p:cNvPr id="152" name="Text 150"/>
          <p:cNvSpPr/>
          <p:nvPr/>
        </p:nvSpPr>
        <p:spPr>
          <a:xfrm>
            <a:off x="8900160" y="950976"/>
            <a:ext cx="2706624" cy="390144"/>
          </a:xfrm>
          <a:prstGeom prst="rect">
            <a:avLst/>
          </a:prstGeom>
          <a:noFill/>
          <a:ln/>
        </p:spPr>
        <p:txBody>
          <a:bodyPr wrap="square" lIns="33867" tIns="33867" rIns="33867" bIns="33867" rtlCol="0" anchor="ctr"/>
          <a:lstStyle/>
          <a:p>
            <a:pPr algn="ctr"/>
            <a:r>
              <a:rPr lang="en-US" sz="1133" b="1">
                <a:solidFill>
                  <a:srgbClr val="FFFFFF"/>
                </a:solidFill>
                <a:latin typeface="Times New Roman" panose="02020603050405020304" pitchFamily="18" charset="0"/>
                <a:ea typeface="Calibri" pitchFamily="34" charset="-122"/>
                <a:cs typeface="Times New Roman" panose="02020603050405020304" pitchFamily="18" charset="0"/>
              </a:rPr>
              <a:t>Status Report — Coherence</a:t>
            </a:r>
            <a:endParaRPr lang="en-US" sz="1133">
              <a:latin typeface="Times New Roman" panose="02020603050405020304" pitchFamily="18" charset="0"/>
              <a:cs typeface="Times New Roman" panose="02020603050405020304" pitchFamily="18" charset="0"/>
            </a:endParaRPr>
          </a:p>
        </p:txBody>
      </p:sp>
      <p:sp>
        <p:nvSpPr>
          <p:cNvPr id="153" name="Shape 151"/>
          <p:cNvSpPr/>
          <p:nvPr/>
        </p:nvSpPr>
        <p:spPr>
          <a:xfrm>
            <a:off x="8900160" y="1341120"/>
            <a:ext cx="2706624" cy="243840"/>
          </a:xfrm>
          <a:prstGeom prst="rect">
            <a:avLst/>
          </a:prstGeom>
          <a:solidFill>
            <a:srgbClr val="EAF2FF"/>
          </a:solidFill>
          <a:ln/>
        </p:spPr>
        <p:txBody>
          <a:bodyPr/>
          <a:lstStyle/>
          <a:p>
            <a:endParaRPr lang="en-CA"/>
          </a:p>
        </p:txBody>
      </p:sp>
      <p:sp>
        <p:nvSpPr>
          <p:cNvPr id="154" name="Text 152"/>
          <p:cNvSpPr/>
          <p:nvPr/>
        </p:nvSpPr>
        <p:spPr>
          <a:xfrm>
            <a:off x="9290304" y="1341120"/>
            <a:ext cx="1755648" cy="243840"/>
          </a:xfrm>
          <a:prstGeom prst="rect">
            <a:avLst/>
          </a:prstGeom>
          <a:noFill/>
          <a:ln/>
        </p:spPr>
        <p:txBody>
          <a:bodyPr wrap="square" rtlCol="0" anchor="ctr"/>
          <a:lstStyle/>
          <a:p>
            <a:r>
              <a:rPr lang="en-US" sz="933" b="1">
                <a:solidFill>
                  <a:srgbClr val="444444"/>
                </a:solidFill>
                <a:latin typeface="Times New Roman" panose="02020603050405020304" pitchFamily="18" charset="0"/>
                <a:ea typeface="Calibri" pitchFamily="34" charset="-122"/>
                <a:cs typeface="Times New Roman" panose="02020603050405020304" pitchFamily="18" charset="0"/>
              </a:rPr>
              <a:t>Check</a:t>
            </a:r>
            <a:endParaRPr lang="en-US" sz="933">
              <a:latin typeface="Times New Roman" panose="02020603050405020304" pitchFamily="18" charset="0"/>
              <a:cs typeface="Times New Roman" panose="02020603050405020304" pitchFamily="18" charset="0"/>
            </a:endParaRPr>
          </a:p>
        </p:txBody>
      </p:sp>
      <p:sp>
        <p:nvSpPr>
          <p:cNvPr id="155" name="Shape 153"/>
          <p:cNvSpPr/>
          <p:nvPr/>
        </p:nvSpPr>
        <p:spPr>
          <a:xfrm>
            <a:off x="11094720"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56" name="Text 154"/>
          <p:cNvSpPr/>
          <p:nvPr/>
        </p:nvSpPr>
        <p:spPr>
          <a:xfrm>
            <a:off x="11094720"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57" name="Shape 155"/>
          <p:cNvSpPr/>
          <p:nvPr/>
        </p:nvSpPr>
        <p:spPr>
          <a:xfrm>
            <a:off x="11253216"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58" name="Text 156"/>
          <p:cNvSpPr/>
          <p:nvPr/>
        </p:nvSpPr>
        <p:spPr>
          <a:xfrm>
            <a:off x="11253216"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59" name="Shape 157"/>
          <p:cNvSpPr/>
          <p:nvPr/>
        </p:nvSpPr>
        <p:spPr>
          <a:xfrm>
            <a:off x="11411712" y="1353312"/>
            <a:ext cx="121920" cy="219456"/>
          </a:xfrm>
          <a:prstGeom prst="rect">
            <a:avLst/>
          </a:prstGeom>
          <a:solidFill>
            <a:srgbClr val="C8D8EC"/>
          </a:solidFill>
          <a:ln w="6350">
            <a:solidFill>
              <a:srgbClr val="BBBBBB"/>
            </a:solidFill>
            <a:prstDash val="solid"/>
          </a:ln>
        </p:spPr>
        <p:txBody>
          <a:bodyPr/>
          <a:lstStyle/>
          <a:p>
            <a:endParaRPr lang="en-CA"/>
          </a:p>
        </p:txBody>
      </p:sp>
      <p:sp>
        <p:nvSpPr>
          <p:cNvPr id="160" name="Text 158"/>
          <p:cNvSpPr/>
          <p:nvPr/>
        </p:nvSpPr>
        <p:spPr>
          <a:xfrm>
            <a:off x="11411712" y="1353312"/>
            <a:ext cx="121920" cy="219456"/>
          </a:xfrm>
          <a:prstGeom prst="rect">
            <a:avLst/>
          </a:prstGeom>
          <a:noFill/>
          <a:ln/>
        </p:spPr>
        <p:txBody>
          <a:bodyPr wrap="square" rtlCol="0" anchor="ctr"/>
          <a:lstStyle/>
          <a:p>
            <a:pPr algn="ctr"/>
            <a:r>
              <a:rPr lang="en-US" sz="867" b="1">
                <a:solidFill>
                  <a:srgbClr val="1F3864"/>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61" name="Shape 159"/>
          <p:cNvSpPr/>
          <p:nvPr/>
        </p:nvSpPr>
        <p:spPr>
          <a:xfrm>
            <a:off x="8900160" y="1584960"/>
            <a:ext cx="2706624" cy="609600"/>
          </a:xfrm>
          <a:prstGeom prst="rect">
            <a:avLst/>
          </a:prstGeom>
          <a:solidFill>
            <a:srgbClr val="FFFFFF"/>
          </a:solidFill>
          <a:ln/>
        </p:spPr>
        <p:txBody>
          <a:bodyPr/>
          <a:lstStyle/>
          <a:p>
            <a:endParaRPr lang="en-CA"/>
          </a:p>
        </p:txBody>
      </p:sp>
      <p:sp>
        <p:nvSpPr>
          <p:cNvPr id="162" name="Shape 160"/>
          <p:cNvSpPr/>
          <p:nvPr/>
        </p:nvSpPr>
        <p:spPr>
          <a:xfrm>
            <a:off x="8961120" y="1780032"/>
            <a:ext cx="292608" cy="219456"/>
          </a:xfrm>
          <a:prstGeom prst="rect">
            <a:avLst/>
          </a:prstGeom>
          <a:solidFill>
            <a:srgbClr val="1A5276"/>
          </a:solidFill>
          <a:ln/>
        </p:spPr>
        <p:txBody>
          <a:bodyPr/>
          <a:lstStyle/>
          <a:p>
            <a:endParaRPr lang="en-CA"/>
          </a:p>
        </p:txBody>
      </p:sp>
      <p:sp>
        <p:nvSpPr>
          <p:cNvPr id="163" name="Text 161"/>
          <p:cNvSpPr/>
          <p:nvPr/>
        </p:nvSpPr>
        <p:spPr>
          <a:xfrm>
            <a:off x="8961120" y="17800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164" name="Text 162"/>
          <p:cNvSpPr/>
          <p:nvPr/>
        </p:nvSpPr>
        <p:spPr>
          <a:xfrm>
            <a:off x="9302496" y="15849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Risks match high-priority RAID items</a:t>
            </a:r>
            <a:endParaRPr lang="en-US" sz="1067">
              <a:latin typeface="Times New Roman" panose="02020603050405020304" pitchFamily="18" charset="0"/>
              <a:cs typeface="Times New Roman" panose="02020603050405020304" pitchFamily="18" charset="0"/>
            </a:endParaRPr>
          </a:p>
        </p:txBody>
      </p:sp>
      <p:sp>
        <p:nvSpPr>
          <p:cNvPr id="165" name="Shape 163"/>
          <p:cNvSpPr/>
          <p:nvPr/>
        </p:nvSpPr>
        <p:spPr>
          <a:xfrm>
            <a:off x="11094720"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66" name="Text 164"/>
          <p:cNvSpPr/>
          <p:nvPr/>
        </p:nvSpPr>
        <p:spPr>
          <a:xfrm>
            <a:off x="11094720"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67" name="Shape 165"/>
          <p:cNvSpPr/>
          <p:nvPr/>
        </p:nvSpPr>
        <p:spPr>
          <a:xfrm>
            <a:off x="11253216"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68" name="Text 166"/>
          <p:cNvSpPr/>
          <p:nvPr/>
        </p:nvSpPr>
        <p:spPr>
          <a:xfrm>
            <a:off x="11253216"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69" name="Shape 167"/>
          <p:cNvSpPr/>
          <p:nvPr/>
        </p:nvSpPr>
        <p:spPr>
          <a:xfrm>
            <a:off x="11411712" y="1780032"/>
            <a:ext cx="121920" cy="219456"/>
          </a:xfrm>
          <a:prstGeom prst="rect">
            <a:avLst/>
          </a:prstGeom>
          <a:solidFill>
            <a:srgbClr val="FFFFFF"/>
          </a:solidFill>
          <a:ln w="6350">
            <a:solidFill>
              <a:srgbClr val="BBBBBB"/>
            </a:solidFill>
            <a:prstDash val="solid"/>
          </a:ln>
        </p:spPr>
        <p:txBody>
          <a:bodyPr/>
          <a:lstStyle/>
          <a:p>
            <a:endParaRPr lang="en-CA"/>
          </a:p>
        </p:txBody>
      </p:sp>
      <p:sp>
        <p:nvSpPr>
          <p:cNvPr id="170" name="Text 168"/>
          <p:cNvSpPr/>
          <p:nvPr/>
        </p:nvSpPr>
        <p:spPr>
          <a:xfrm>
            <a:off x="11411712" y="17800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71" name="Shape 169"/>
          <p:cNvSpPr/>
          <p:nvPr/>
        </p:nvSpPr>
        <p:spPr>
          <a:xfrm>
            <a:off x="8900160" y="2194560"/>
            <a:ext cx="2706624" cy="0"/>
          </a:xfrm>
          <a:prstGeom prst="line">
            <a:avLst/>
          </a:prstGeom>
          <a:noFill/>
          <a:ln w="5080">
            <a:solidFill>
              <a:srgbClr val="E0E0E0"/>
            </a:solidFill>
            <a:prstDash val="solid"/>
          </a:ln>
        </p:spPr>
        <p:txBody>
          <a:bodyPr/>
          <a:lstStyle/>
          <a:p>
            <a:endParaRPr lang="en-CA"/>
          </a:p>
        </p:txBody>
      </p:sp>
      <p:sp>
        <p:nvSpPr>
          <p:cNvPr id="172" name="Shape 170"/>
          <p:cNvSpPr/>
          <p:nvPr/>
        </p:nvSpPr>
        <p:spPr>
          <a:xfrm>
            <a:off x="8900160" y="2194560"/>
            <a:ext cx="2706624" cy="609600"/>
          </a:xfrm>
          <a:prstGeom prst="rect">
            <a:avLst/>
          </a:prstGeom>
          <a:solidFill>
            <a:srgbClr val="FDEDEC"/>
          </a:solidFill>
          <a:ln/>
        </p:spPr>
        <p:txBody>
          <a:bodyPr/>
          <a:lstStyle/>
          <a:p>
            <a:endParaRPr lang="en-CA"/>
          </a:p>
        </p:txBody>
      </p:sp>
      <p:sp>
        <p:nvSpPr>
          <p:cNvPr id="173" name="Shape 171"/>
          <p:cNvSpPr/>
          <p:nvPr/>
        </p:nvSpPr>
        <p:spPr>
          <a:xfrm>
            <a:off x="8961120" y="2389632"/>
            <a:ext cx="292608" cy="219456"/>
          </a:xfrm>
          <a:prstGeom prst="rect">
            <a:avLst/>
          </a:prstGeom>
          <a:solidFill>
            <a:srgbClr val="922B21"/>
          </a:solidFill>
          <a:ln/>
        </p:spPr>
        <p:txBody>
          <a:bodyPr/>
          <a:lstStyle/>
          <a:p>
            <a:endParaRPr lang="en-CA"/>
          </a:p>
        </p:txBody>
      </p:sp>
      <p:sp>
        <p:nvSpPr>
          <p:cNvPr id="174" name="Text 172"/>
          <p:cNvSpPr/>
          <p:nvPr/>
        </p:nvSpPr>
        <p:spPr>
          <a:xfrm>
            <a:off x="8961120" y="23896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HF</a:t>
            </a:r>
            <a:endParaRPr lang="en-US" sz="867">
              <a:latin typeface="Times New Roman" panose="02020603050405020304" pitchFamily="18" charset="0"/>
              <a:cs typeface="Times New Roman" panose="02020603050405020304" pitchFamily="18" charset="0"/>
            </a:endParaRPr>
          </a:p>
        </p:txBody>
      </p:sp>
      <p:sp>
        <p:nvSpPr>
          <p:cNvPr id="175" name="Text 173"/>
          <p:cNvSpPr/>
          <p:nvPr/>
        </p:nvSpPr>
        <p:spPr>
          <a:xfrm>
            <a:off x="9302496" y="2194560"/>
            <a:ext cx="1719072" cy="609600"/>
          </a:xfrm>
          <a:prstGeom prst="rect">
            <a:avLst/>
          </a:prstGeom>
          <a:noFill/>
          <a:ln/>
        </p:spPr>
        <p:txBody>
          <a:bodyPr wrap="square" rtlCol="0" anchor="ctr"/>
          <a:lstStyle/>
          <a:p>
            <a:r>
              <a:rPr lang="en-US" sz="1067" b="1">
                <a:solidFill>
                  <a:srgbClr val="922B21"/>
                </a:solidFill>
                <a:latin typeface="Times New Roman" panose="02020603050405020304" pitchFamily="18" charset="0"/>
                <a:ea typeface="Calibri" pitchFamily="34" charset="-122"/>
                <a:cs typeface="Times New Roman" panose="02020603050405020304" pitchFamily="18" charset="0"/>
              </a:rPr>
              <a:t>RAG not all Green — coherent with RAID  ⚠</a:t>
            </a:r>
            <a:endParaRPr lang="en-US" sz="1067">
              <a:latin typeface="Times New Roman" panose="02020603050405020304" pitchFamily="18" charset="0"/>
              <a:cs typeface="Times New Roman" panose="02020603050405020304" pitchFamily="18" charset="0"/>
            </a:endParaRPr>
          </a:p>
        </p:txBody>
      </p:sp>
      <p:sp>
        <p:nvSpPr>
          <p:cNvPr id="176" name="Shape 174"/>
          <p:cNvSpPr/>
          <p:nvPr/>
        </p:nvSpPr>
        <p:spPr>
          <a:xfrm>
            <a:off x="11094720"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77" name="Text 175"/>
          <p:cNvSpPr/>
          <p:nvPr/>
        </p:nvSpPr>
        <p:spPr>
          <a:xfrm>
            <a:off x="11094720"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78" name="Shape 176"/>
          <p:cNvSpPr/>
          <p:nvPr/>
        </p:nvSpPr>
        <p:spPr>
          <a:xfrm>
            <a:off x="11253216"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79" name="Text 177"/>
          <p:cNvSpPr/>
          <p:nvPr/>
        </p:nvSpPr>
        <p:spPr>
          <a:xfrm>
            <a:off x="11253216"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80" name="Shape 178"/>
          <p:cNvSpPr/>
          <p:nvPr/>
        </p:nvSpPr>
        <p:spPr>
          <a:xfrm>
            <a:off x="11411712" y="2389632"/>
            <a:ext cx="121920" cy="219456"/>
          </a:xfrm>
          <a:prstGeom prst="rect">
            <a:avLst/>
          </a:prstGeom>
          <a:solidFill>
            <a:srgbClr val="FFFFFF"/>
          </a:solidFill>
          <a:ln w="6350">
            <a:solidFill>
              <a:srgbClr val="BBBBBB"/>
            </a:solidFill>
            <a:prstDash val="solid"/>
          </a:ln>
        </p:spPr>
        <p:txBody>
          <a:bodyPr/>
          <a:lstStyle/>
          <a:p>
            <a:endParaRPr lang="en-CA"/>
          </a:p>
        </p:txBody>
      </p:sp>
      <p:sp>
        <p:nvSpPr>
          <p:cNvPr id="181" name="Text 179"/>
          <p:cNvSpPr/>
          <p:nvPr/>
        </p:nvSpPr>
        <p:spPr>
          <a:xfrm>
            <a:off x="11411712" y="23896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82" name="Shape 180"/>
          <p:cNvSpPr/>
          <p:nvPr/>
        </p:nvSpPr>
        <p:spPr>
          <a:xfrm>
            <a:off x="8900160" y="2804160"/>
            <a:ext cx="2706624" cy="0"/>
          </a:xfrm>
          <a:prstGeom prst="line">
            <a:avLst/>
          </a:prstGeom>
          <a:noFill/>
          <a:ln w="5080">
            <a:solidFill>
              <a:srgbClr val="E0E0E0"/>
            </a:solidFill>
            <a:prstDash val="solid"/>
          </a:ln>
        </p:spPr>
        <p:txBody>
          <a:bodyPr/>
          <a:lstStyle/>
          <a:p>
            <a:endParaRPr lang="en-CA"/>
          </a:p>
        </p:txBody>
      </p:sp>
      <p:sp>
        <p:nvSpPr>
          <p:cNvPr id="183" name="Shape 181"/>
          <p:cNvSpPr/>
          <p:nvPr/>
        </p:nvSpPr>
        <p:spPr>
          <a:xfrm>
            <a:off x="8900160" y="2804160"/>
            <a:ext cx="2706624" cy="609600"/>
          </a:xfrm>
          <a:prstGeom prst="rect">
            <a:avLst/>
          </a:prstGeom>
          <a:solidFill>
            <a:srgbClr val="FFFFFF"/>
          </a:solidFill>
          <a:ln/>
        </p:spPr>
        <p:txBody>
          <a:bodyPr/>
          <a:lstStyle/>
          <a:p>
            <a:endParaRPr lang="en-CA"/>
          </a:p>
        </p:txBody>
      </p:sp>
      <p:sp>
        <p:nvSpPr>
          <p:cNvPr id="184" name="Shape 182"/>
          <p:cNvSpPr/>
          <p:nvPr/>
        </p:nvSpPr>
        <p:spPr>
          <a:xfrm>
            <a:off x="8961120" y="2999232"/>
            <a:ext cx="292608" cy="219456"/>
          </a:xfrm>
          <a:prstGeom prst="rect">
            <a:avLst/>
          </a:prstGeom>
          <a:solidFill>
            <a:schemeClr val="accent1">
              <a:lumMod val="20000"/>
              <a:lumOff val="80000"/>
            </a:schemeClr>
          </a:solidFill>
          <a:ln/>
        </p:spPr>
        <p:txBody>
          <a:bodyPr/>
          <a:lstStyle/>
          <a:p>
            <a:endParaRPr lang="en-IN">
              <a:highlight>
                <a:srgbClr val="00FFFF"/>
              </a:highlight>
              <a:latin typeface="Times New Roman" panose="02020603050405020304" pitchFamily="18" charset="0"/>
              <a:cs typeface="Times New Roman" panose="02020603050405020304" pitchFamily="18" charset="0"/>
            </a:endParaRPr>
          </a:p>
        </p:txBody>
      </p:sp>
      <p:sp>
        <p:nvSpPr>
          <p:cNvPr id="185" name="Text 183"/>
          <p:cNvSpPr/>
          <p:nvPr/>
        </p:nvSpPr>
        <p:spPr>
          <a:xfrm>
            <a:off x="8961120" y="2999232"/>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P</a:t>
            </a:r>
            <a:endParaRPr lang="en-US" sz="867">
              <a:latin typeface="Times New Roman" panose="02020603050405020304" pitchFamily="18" charset="0"/>
              <a:cs typeface="Times New Roman" panose="02020603050405020304" pitchFamily="18" charset="0"/>
            </a:endParaRPr>
          </a:p>
        </p:txBody>
      </p:sp>
      <p:sp>
        <p:nvSpPr>
          <p:cNvPr id="186" name="Text 184"/>
          <p:cNvSpPr/>
          <p:nvPr/>
        </p:nvSpPr>
        <p:spPr>
          <a:xfrm>
            <a:off x="9302496" y="2804160"/>
            <a:ext cx="1719072" cy="609600"/>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Summary is written at executive level- no jargon</a:t>
            </a:r>
            <a:endParaRPr lang="en-US" sz="1067">
              <a:latin typeface="Times New Roman" panose="02020603050405020304" pitchFamily="18" charset="0"/>
              <a:cs typeface="Times New Roman" panose="02020603050405020304" pitchFamily="18" charset="0"/>
            </a:endParaRPr>
          </a:p>
        </p:txBody>
      </p:sp>
      <p:sp>
        <p:nvSpPr>
          <p:cNvPr id="187" name="Shape 185"/>
          <p:cNvSpPr/>
          <p:nvPr/>
        </p:nvSpPr>
        <p:spPr>
          <a:xfrm>
            <a:off x="11094720"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88" name="Text 186"/>
          <p:cNvSpPr/>
          <p:nvPr/>
        </p:nvSpPr>
        <p:spPr>
          <a:xfrm>
            <a:off x="11094720"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189" name="Shape 187"/>
          <p:cNvSpPr/>
          <p:nvPr/>
        </p:nvSpPr>
        <p:spPr>
          <a:xfrm>
            <a:off x="11253216"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90" name="Text 188"/>
          <p:cNvSpPr/>
          <p:nvPr/>
        </p:nvSpPr>
        <p:spPr>
          <a:xfrm>
            <a:off x="11253216"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191" name="Shape 189"/>
          <p:cNvSpPr/>
          <p:nvPr/>
        </p:nvSpPr>
        <p:spPr>
          <a:xfrm>
            <a:off x="11411712" y="2999232"/>
            <a:ext cx="121920" cy="219456"/>
          </a:xfrm>
          <a:prstGeom prst="rect">
            <a:avLst/>
          </a:prstGeom>
          <a:solidFill>
            <a:srgbClr val="FFFFFF"/>
          </a:solidFill>
          <a:ln w="6350">
            <a:solidFill>
              <a:srgbClr val="BBBBBB"/>
            </a:solidFill>
            <a:prstDash val="solid"/>
          </a:ln>
        </p:spPr>
        <p:txBody>
          <a:bodyPr/>
          <a:lstStyle/>
          <a:p>
            <a:endParaRPr lang="en-CA"/>
          </a:p>
        </p:txBody>
      </p:sp>
      <p:sp>
        <p:nvSpPr>
          <p:cNvPr id="192" name="Text 190"/>
          <p:cNvSpPr/>
          <p:nvPr/>
        </p:nvSpPr>
        <p:spPr>
          <a:xfrm>
            <a:off x="11411712" y="2999232"/>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193" name="Shape 191"/>
          <p:cNvSpPr/>
          <p:nvPr/>
        </p:nvSpPr>
        <p:spPr>
          <a:xfrm>
            <a:off x="8900160" y="3413760"/>
            <a:ext cx="2706624" cy="0"/>
          </a:xfrm>
          <a:prstGeom prst="line">
            <a:avLst/>
          </a:prstGeom>
          <a:noFill/>
          <a:ln w="5080">
            <a:solidFill>
              <a:srgbClr val="E0E0E0"/>
            </a:solidFill>
            <a:prstDash val="solid"/>
          </a:ln>
        </p:spPr>
        <p:txBody>
          <a:bodyPr/>
          <a:lstStyle/>
          <a:p>
            <a:endParaRPr lang="en-CA"/>
          </a:p>
        </p:txBody>
      </p:sp>
      <p:sp>
        <p:nvSpPr>
          <p:cNvPr id="194" name="Shape 192"/>
          <p:cNvSpPr/>
          <p:nvPr/>
        </p:nvSpPr>
        <p:spPr>
          <a:xfrm>
            <a:off x="8900160" y="3462528"/>
            <a:ext cx="2706624" cy="292608"/>
          </a:xfrm>
          <a:prstGeom prst="rect">
            <a:avLst/>
          </a:prstGeom>
          <a:solidFill>
            <a:srgbClr val="2E86C1"/>
          </a:solidFill>
          <a:ln/>
        </p:spPr>
        <p:txBody>
          <a:bodyPr/>
          <a:lstStyle/>
          <a:p>
            <a:endParaRPr lang="en-CA"/>
          </a:p>
        </p:txBody>
      </p:sp>
      <p:sp>
        <p:nvSpPr>
          <p:cNvPr id="195" name="Text 193"/>
          <p:cNvSpPr/>
          <p:nvPr/>
        </p:nvSpPr>
        <p:spPr>
          <a:xfrm>
            <a:off x="8900160" y="3462528"/>
            <a:ext cx="2706624" cy="292608"/>
          </a:xfrm>
          <a:prstGeom prst="rect">
            <a:avLst/>
          </a:prstGeom>
          <a:noFill/>
          <a:ln/>
        </p:spPr>
        <p:txBody>
          <a:bodyPr wrap="square" rtlCol="0" anchor="ctr"/>
          <a:lstStyle/>
          <a:p>
            <a:pPr algn="ctr"/>
            <a:r>
              <a:rPr lang="en-US" sz="1067" b="1">
                <a:solidFill>
                  <a:srgbClr val="FFFFFF"/>
                </a:solidFill>
                <a:latin typeface="Times New Roman" panose="02020603050405020304" pitchFamily="18" charset="0"/>
                <a:ea typeface="Calibri" pitchFamily="34" charset="-122"/>
                <a:cs typeface="Times New Roman" panose="02020603050405020304" pitchFamily="18" charset="0"/>
              </a:rPr>
              <a:t>Section score:  ___ / 12</a:t>
            </a:r>
            <a:endParaRPr lang="en-US" sz="1067">
              <a:latin typeface="Times New Roman" panose="02020603050405020304" pitchFamily="18" charset="0"/>
              <a:cs typeface="Times New Roman" panose="02020603050405020304" pitchFamily="18" charset="0"/>
            </a:endParaRPr>
          </a:p>
        </p:txBody>
      </p:sp>
      <p:sp>
        <p:nvSpPr>
          <p:cNvPr id="196" name="Shape 194"/>
          <p:cNvSpPr/>
          <p:nvPr/>
        </p:nvSpPr>
        <p:spPr>
          <a:xfrm>
            <a:off x="303030" y="4558200"/>
            <a:ext cx="3828288" cy="292609"/>
          </a:xfrm>
          <a:prstGeom prst="rect">
            <a:avLst/>
          </a:prstGeom>
          <a:solidFill>
            <a:srgbClr val="1F3864"/>
          </a:solidFill>
          <a:ln/>
        </p:spPr>
        <p:txBody>
          <a:bodyPr/>
          <a:lstStyle/>
          <a:p>
            <a:endParaRPr lang="en-IN"/>
          </a:p>
        </p:txBody>
      </p:sp>
      <p:sp>
        <p:nvSpPr>
          <p:cNvPr id="197" name="Text 195"/>
          <p:cNvSpPr/>
          <p:nvPr/>
        </p:nvSpPr>
        <p:spPr>
          <a:xfrm>
            <a:off x="365760" y="4523729"/>
            <a:ext cx="11484864" cy="268224"/>
          </a:xfrm>
          <a:prstGeom prst="rect">
            <a:avLst/>
          </a:prstGeom>
          <a:noFill/>
          <a:ln/>
        </p:spPr>
        <p:txBody>
          <a:bodyPr wrap="square" rtlCol="0" anchor="ctr"/>
          <a:lstStyle/>
          <a:p>
            <a:r>
              <a:rPr lang="en-US" sz="1133" b="1">
                <a:solidFill>
                  <a:srgbClr val="FFFFFF"/>
                </a:solidFill>
                <a:latin typeface="Calibri" pitchFamily="34" charset="0"/>
                <a:ea typeface="Calibri" pitchFamily="34" charset="-122"/>
                <a:cs typeface="Calibri" pitchFamily="34" charset="-120"/>
              </a:rPr>
              <a:t>  GLOBAL CHECKS — Apply across all four templates-       __/ 6</a:t>
            </a:r>
            <a:endParaRPr lang="en-US" sz="1133"/>
          </a:p>
        </p:txBody>
      </p:sp>
      <p:sp>
        <p:nvSpPr>
          <p:cNvPr id="198" name="Shape 196"/>
          <p:cNvSpPr/>
          <p:nvPr/>
        </p:nvSpPr>
        <p:spPr>
          <a:xfrm>
            <a:off x="295283" y="4854913"/>
            <a:ext cx="3828288" cy="463296"/>
          </a:xfrm>
          <a:prstGeom prst="rect">
            <a:avLst/>
          </a:prstGeom>
          <a:solidFill>
            <a:srgbClr val="EAF2FF"/>
          </a:solidFill>
          <a:ln/>
        </p:spPr>
        <p:txBody>
          <a:bodyPr/>
          <a:lstStyle/>
          <a:p>
            <a:endParaRPr lang="en-CA"/>
          </a:p>
        </p:txBody>
      </p:sp>
      <p:sp>
        <p:nvSpPr>
          <p:cNvPr id="199" name="Shape 197"/>
          <p:cNvSpPr/>
          <p:nvPr/>
        </p:nvSpPr>
        <p:spPr>
          <a:xfrm>
            <a:off x="507710" y="4958287"/>
            <a:ext cx="292608" cy="219456"/>
          </a:xfrm>
          <a:prstGeom prst="rect">
            <a:avLst/>
          </a:prstGeom>
          <a:solidFill>
            <a:srgbClr val="1A5276"/>
          </a:solidFill>
          <a:ln/>
        </p:spPr>
        <p:txBody>
          <a:bodyPr/>
          <a:lstStyle/>
          <a:p>
            <a:endParaRPr lang="en-CA"/>
          </a:p>
        </p:txBody>
      </p:sp>
      <p:sp>
        <p:nvSpPr>
          <p:cNvPr id="200" name="Text 198"/>
          <p:cNvSpPr/>
          <p:nvPr/>
        </p:nvSpPr>
        <p:spPr>
          <a:xfrm>
            <a:off x="490915" y="4968488"/>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01" name="Text 199"/>
          <p:cNvSpPr/>
          <p:nvPr/>
        </p:nvSpPr>
        <p:spPr>
          <a:xfrm>
            <a:off x="757397" y="4853162"/>
            <a:ext cx="2840736" cy="463296"/>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Workstream names identical across WBS, RAID, and Status Report</a:t>
            </a:r>
            <a:endParaRPr lang="en-US" sz="1067">
              <a:latin typeface="Times New Roman" panose="02020603050405020304" pitchFamily="18" charset="0"/>
              <a:cs typeface="Times New Roman" panose="02020603050405020304" pitchFamily="18" charset="0"/>
            </a:endParaRPr>
          </a:p>
        </p:txBody>
      </p:sp>
      <p:sp>
        <p:nvSpPr>
          <p:cNvPr id="202" name="Shape 200"/>
          <p:cNvSpPr/>
          <p:nvPr/>
        </p:nvSpPr>
        <p:spPr>
          <a:xfrm>
            <a:off x="3410325" y="4987503"/>
            <a:ext cx="121920" cy="219456"/>
          </a:xfrm>
          <a:prstGeom prst="rect">
            <a:avLst/>
          </a:prstGeom>
          <a:solidFill>
            <a:srgbClr val="FFFFFF"/>
          </a:solidFill>
          <a:ln w="6350">
            <a:solidFill>
              <a:srgbClr val="BBBBBB"/>
            </a:solidFill>
            <a:prstDash val="solid"/>
          </a:ln>
        </p:spPr>
        <p:txBody>
          <a:bodyPr/>
          <a:lstStyle/>
          <a:p>
            <a:endParaRPr lang="en-CA"/>
          </a:p>
        </p:txBody>
      </p:sp>
      <p:sp>
        <p:nvSpPr>
          <p:cNvPr id="203" name="Text 201"/>
          <p:cNvSpPr/>
          <p:nvPr/>
        </p:nvSpPr>
        <p:spPr>
          <a:xfrm>
            <a:off x="3401568" y="4981557"/>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04" name="Shape 202"/>
          <p:cNvSpPr/>
          <p:nvPr/>
        </p:nvSpPr>
        <p:spPr>
          <a:xfrm>
            <a:off x="3650675" y="4981557"/>
            <a:ext cx="121920" cy="219456"/>
          </a:xfrm>
          <a:prstGeom prst="rect">
            <a:avLst/>
          </a:prstGeom>
          <a:solidFill>
            <a:srgbClr val="FFFFFF"/>
          </a:solidFill>
          <a:ln w="6350">
            <a:solidFill>
              <a:srgbClr val="BBBBBB"/>
            </a:solidFill>
            <a:prstDash val="solid"/>
          </a:ln>
        </p:spPr>
        <p:txBody>
          <a:bodyPr/>
          <a:lstStyle/>
          <a:p>
            <a:endParaRPr lang="en-IN">
              <a:latin typeface="Times New Roman" panose="02020603050405020304" pitchFamily="18" charset="0"/>
              <a:cs typeface="Times New Roman" panose="02020603050405020304" pitchFamily="18" charset="0"/>
            </a:endParaRPr>
          </a:p>
        </p:txBody>
      </p:sp>
      <p:sp>
        <p:nvSpPr>
          <p:cNvPr id="205" name="Text 203"/>
          <p:cNvSpPr/>
          <p:nvPr/>
        </p:nvSpPr>
        <p:spPr>
          <a:xfrm>
            <a:off x="3644439" y="496506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06" name="Shape 204"/>
          <p:cNvSpPr/>
          <p:nvPr/>
        </p:nvSpPr>
        <p:spPr>
          <a:xfrm>
            <a:off x="3896354" y="4980001"/>
            <a:ext cx="121920" cy="219456"/>
          </a:xfrm>
          <a:prstGeom prst="rect">
            <a:avLst/>
          </a:prstGeom>
          <a:solidFill>
            <a:srgbClr val="FFFFFF"/>
          </a:solidFill>
          <a:ln w="6350">
            <a:solidFill>
              <a:srgbClr val="BBBBBB"/>
            </a:solidFill>
            <a:prstDash val="solid"/>
          </a:ln>
        </p:spPr>
        <p:txBody>
          <a:bodyPr/>
          <a:lstStyle/>
          <a:p>
            <a:endParaRPr lang="en-CA"/>
          </a:p>
        </p:txBody>
      </p:sp>
      <p:sp>
        <p:nvSpPr>
          <p:cNvPr id="207" name="Text 205"/>
          <p:cNvSpPr/>
          <p:nvPr/>
        </p:nvSpPr>
        <p:spPr>
          <a:xfrm>
            <a:off x="3943590" y="4981557"/>
            <a:ext cx="46902" cy="238367"/>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08" name="Shape 206"/>
          <p:cNvSpPr/>
          <p:nvPr/>
        </p:nvSpPr>
        <p:spPr>
          <a:xfrm>
            <a:off x="4169664" y="5462016"/>
            <a:ext cx="0" cy="463296"/>
          </a:xfrm>
          <a:prstGeom prst="line">
            <a:avLst/>
          </a:prstGeom>
          <a:noFill/>
          <a:ln w="6350">
            <a:solidFill>
              <a:srgbClr val="CCCCCC"/>
            </a:solidFill>
            <a:prstDash val="solid"/>
          </a:ln>
        </p:spPr>
        <p:txBody>
          <a:bodyPr/>
          <a:lstStyle/>
          <a:p>
            <a:endParaRPr lang="en-CA"/>
          </a:p>
        </p:txBody>
      </p:sp>
      <p:sp>
        <p:nvSpPr>
          <p:cNvPr id="211" name="Text 209"/>
          <p:cNvSpPr/>
          <p:nvPr/>
        </p:nvSpPr>
        <p:spPr>
          <a:xfrm>
            <a:off x="4230624" y="5583936"/>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13" name="Shape 211"/>
          <p:cNvSpPr/>
          <p:nvPr/>
        </p:nvSpPr>
        <p:spPr>
          <a:xfrm>
            <a:off x="7485888"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4" name="Text 212"/>
          <p:cNvSpPr/>
          <p:nvPr/>
        </p:nvSpPr>
        <p:spPr>
          <a:xfrm>
            <a:off x="7485888"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15" name="Shape 213"/>
          <p:cNvSpPr/>
          <p:nvPr/>
        </p:nvSpPr>
        <p:spPr>
          <a:xfrm>
            <a:off x="7644384"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6" name="Text 214"/>
          <p:cNvSpPr/>
          <p:nvPr/>
        </p:nvSpPr>
        <p:spPr>
          <a:xfrm>
            <a:off x="7644384"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17" name="Shape 215"/>
          <p:cNvSpPr/>
          <p:nvPr/>
        </p:nvSpPr>
        <p:spPr>
          <a:xfrm>
            <a:off x="7802880"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18" name="Text 216"/>
          <p:cNvSpPr/>
          <p:nvPr/>
        </p:nvSpPr>
        <p:spPr>
          <a:xfrm>
            <a:off x="7802880"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19" name="Shape 217"/>
          <p:cNvSpPr/>
          <p:nvPr/>
        </p:nvSpPr>
        <p:spPr>
          <a:xfrm>
            <a:off x="7997952" y="5462016"/>
            <a:ext cx="0" cy="463296"/>
          </a:xfrm>
          <a:prstGeom prst="line">
            <a:avLst/>
          </a:prstGeom>
          <a:noFill/>
          <a:ln w="6350">
            <a:solidFill>
              <a:srgbClr val="CCCCCC"/>
            </a:solidFill>
            <a:prstDash val="solid"/>
          </a:ln>
        </p:spPr>
        <p:txBody>
          <a:bodyPr/>
          <a:lstStyle/>
          <a:p>
            <a:endParaRPr lang="en-CA"/>
          </a:p>
        </p:txBody>
      </p:sp>
      <p:sp>
        <p:nvSpPr>
          <p:cNvPr id="220" name="Shape 218"/>
          <p:cNvSpPr/>
          <p:nvPr/>
        </p:nvSpPr>
        <p:spPr>
          <a:xfrm>
            <a:off x="7997952" y="5462016"/>
            <a:ext cx="3828288" cy="463296"/>
          </a:xfrm>
          <a:prstGeom prst="rect">
            <a:avLst/>
          </a:prstGeom>
          <a:solidFill>
            <a:srgbClr val="EAF2FF"/>
          </a:solidFill>
          <a:ln/>
        </p:spPr>
        <p:txBody>
          <a:bodyPr/>
          <a:lstStyle/>
          <a:p>
            <a:endParaRPr lang="en-CA"/>
          </a:p>
        </p:txBody>
      </p:sp>
      <p:sp>
        <p:nvSpPr>
          <p:cNvPr id="221" name="Shape 219"/>
          <p:cNvSpPr/>
          <p:nvPr/>
        </p:nvSpPr>
        <p:spPr>
          <a:xfrm>
            <a:off x="8058912" y="5583936"/>
            <a:ext cx="292608" cy="219456"/>
          </a:xfrm>
          <a:prstGeom prst="rect">
            <a:avLst/>
          </a:prstGeom>
          <a:solidFill>
            <a:srgbClr val="1A5276"/>
          </a:solidFill>
          <a:ln/>
        </p:spPr>
        <p:txBody>
          <a:bodyPr/>
          <a:lstStyle/>
          <a:p>
            <a:endParaRPr lang="en-CA"/>
          </a:p>
        </p:txBody>
      </p:sp>
      <p:sp>
        <p:nvSpPr>
          <p:cNvPr id="222" name="Text 220"/>
          <p:cNvSpPr/>
          <p:nvPr/>
        </p:nvSpPr>
        <p:spPr>
          <a:xfrm>
            <a:off x="8058912" y="5583936"/>
            <a:ext cx="292608" cy="219456"/>
          </a:xfrm>
          <a:prstGeom prst="rect">
            <a:avLst/>
          </a:prstGeom>
          <a:noFill/>
          <a:ln/>
        </p:spPr>
        <p:txBody>
          <a:bodyPr wrap="square" rtlCol="0" anchor="ctr"/>
          <a:lstStyle/>
          <a:p>
            <a:pPr algn="ctr"/>
            <a:r>
              <a:rPr lang="en-US" sz="867"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67">
              <a:latin typeface="Times New Roman" panose="02020603050405020304" pitchFamily="18" charset="0"/>
              <a:cs typeface="Times New Roman" panose="02020603050405020304" pitchFamily="18" charset="0"/>
            </a:endParaRPr>
          </a:p>
        </p:txBody>
      </p:sp>
      <p:sp>
        <p:nvSpPr>
          <p:cNvPr id="223" name="Text 221"/>
          <p:cNvSpPr/>
          <p:nvPr/>
        </p:nvSpPr>
        <p:spPr>
          <a:xfrm>
            <a:off x="8400288" y="5462016"/>
            <a:ext cx="2840736" cy="463296"/>
          </a:xfrm>
          <a:prstGeom prst="rect">
            <a:avLst/>
          </a:prstGeom>
          <a:noFill/>
          <a:ln/>
        </p:spPr>
        <p:txBody>
          <a:bodyPr wrap="square" rtlCol="0" anchor="ctr"/>
          <a:lstStyle/>
          <a:p>
            <a:r>
              <a:rPr lang="en-US" sz="1067">
                <a:solidFill>
                  <a:srgbClr val="222222"/>
                </a:solidFill>
                <a:latin typeface="Times New Roman" panose="02020603050405020304" pitchFamily="18" charset="0"/>
                <a:ea typeface="Calibri" pitchFamily="34" charset="-122"/>
                <a:cs typeface="Times New Roman" panose="02020603050405020304" pitchFamily="18" charset="0"/>
              </a:rPr>
              <a:t>Output reads as specific to this brief, not a generic plan</a:t>
            </a:r>
            <a:endParaRPr lang="en-US" sz="1067">
              <a:latin typeface="Times New Roman" panose="02020603050405020304" pitchFamily="18" charset="0"/>
              <a:cs typeface="Times New Roman" panose="02020603050405020304" pitchFamily="18" charset="0"/>
            </a:endParaRPr>
          </a:p>
        </p:txBody>
      </p:sp>
      <p:sp>
        <p:nvSpPr>
          <p:cNvPr id="224" name="Shape 222"/>
          <p:cNvSpPr/>
          <p:nvPr/>
        </p:nvSpPr>
        <p:spPr>
          <a:xfrm>
            <a:off x="11314176"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5" name="Text 223"/>
          <p:cNvSpPr/>
          <p:nvPr/>
        </p:nvSpPr>
        <p:spPr>
          <a:xfrm>
            <a:off x="11314176"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0</a:t>
            </a:r>
            <a:endParaRPr lang="en-US" sz="867">
              <a:latin typeface="Times New Roman" panose="02020603050405020304" pitchFamily="18" charset="0"/>
              <a:cs typeface="Times New Roman" panose="02020603050405020304" pitchFamily="18" charset="0"/>
            </a:endParaRPr>
          </a:p>
        </p:txBody>
      </p:sp>
      <p:sp>
        <p:nvSpPr>
          <p:cNvPr id="226" name="Shape 224"/>
          <p:cNvSpPr/>
          <p:nvPr/>
        </p:nvSpPr>
        <p:spPr>
          <a:xfrm>
            <a:off x="11472672"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7" name="Text 225"/>
          <p:cNvSpPr/>
          <p:nvPr/>
        </p:nvSpPr>
        <p:spPr>
          <a:xfrm>
            <a:off x="11472672"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1</a:t>
            </a:r>
            <a:endParaRPr lang="en-US" sz="867">
              <a:latin typeface="Times New Roman" panose="02020603050405020304" pitchFamily="18" charset="0"/>
              <a:cs typeface="Times New Roman" panose="02020603050405020304" pitchFamily="18" charset="0"/>
            </a:endParaRPr>
          </a:p>
        </p:txBody>
      </p:sp>
      <p:sp>
        <p:nvSpPr>
          <p:cNvPr id="228" name="Shape 226"/>
          <p:cNvSpPr/>
          <p:nvPr/>
        </p:nvSpPr>
        <p:spPr>
          <a:xfrm>
            <a:off x="11631168" y="5583936"/>
            <a:ext cx="121920" cy="219456"/>
          </a:xfrm>
          <a:prstGeom prst="rect">
            <a:avLst/>
          </a:prstGeom>
          <a:solidFill>
            <a:srgbClr val="FFFFFF"/>
          </a:solidFill>
          <a:ln w="6350">
            <a:solidFill>
              <a:srgbClr val="BBBBBB"/>
            </a:solidFill>
            <a:prstDash val="solid"/>
          </a:ln>
        </p:spPr>
        <p:txBody>
          <a:bodyPr/>
          <a:lstStyle/>
          <a:p>
            <a:endParaRPr lang="en-CA"/>
          </a:p>
        </p:txBody>
      </p:sp>
      <p:sp>
        <p:nvSpPr>
          <p:cNvPr id="229" name="Text 227"/>
          <p:cNvSpPr/>
          <p:nvPr/>
        </p:nvSpPr>
        <p:spPr>
          <a:xfrm>
            <a:off x="11631168" y="5583936"/>
            <a:ext cx="121920" cy="219456"/>
          </a:xfrm>
          <a:prstGeom prst="rect">
            <a:avLst/>
          </a:prstGeom>
          <a:noFill/>
          <a:ln/>
        </p:spPr>
        <p:txBody>
          <a:bodyPr wrap="square" rtlCol="0" anchor="ctr"/>
          <a:lstStyle/>
          <a:p>
            <a:pPr algn="ctr"/>
            <a:r>
              <a:rPr lang="en-US" sz="867">
                <a:solidFill>
                  <a:srgbClr val="AAAAAA"/>
                </a:solidFill>
                <a:latin typeface="Times New Roman" panose="02020603050405020304" pitchFamily="18" charset="0"/>
                <a:ea typeface="Calibri" pitchFamily="34" charset="-122"/>
                <a:cs typeface="Times New Roman" panose="02020603050405020304" pitchFamily="18" charset="0"/>
              </a:rPr>
              <a:t>2</a:t>
            </a:r>
            <a:endParaRPr lang="en-US" sz="867">
              <a:latin typeface="Times New Roman" panose="02020603050405020304" pitchFamily="18" charset="0"/>
              <a:cs typeface="Times New Roman" panose="02020603050405020304" pitchFamily="18" charset="0"/>
            </a:endParaRPr>
          </a:p>
        </p:txBody>
      </p:sp>
      <p:sp>
        <p:nvSpPr>
          <p:cNvPr id="230" name="Shape 228"/>
          <p:cNvSpPr/>
          <p:nvPr/>
        </p:nvSpPr>
        <p:spPr>
          <a:xfrm>
            <a:off x="307848" y="5343052"/>
            <a:ext cx="11484864" cy="268224"/>
          </a:xfrm>
          <a:prstGeom prst="rect">
            <a:avLst/>
          </a:prstGeom>
          <a:solidFill>
            <a:srgbClr val="FDEDEC"/>
          </a:solidFill>
          <a:ln w="12700">
            <a:solidFill>
              <a:srgbClr val="922B21"/>
            </a:solidFill>
            <a:prstDash val="solid"/>
          </a:ln>
        </p:spPr>
        <p:txBody>
          <a:bodyPr/>
          <a:lstStyle/>
          <a:p>
            <a:endParaRPr lang="en-CA"/>
          </a:p>
        </p:txBody>
      </p:sp>
      <p:sp>
        <p:nvSpPr>
          <p:cNvPr id="231" name="Text 229"/>
          <p:cNvSpPr/>
          <p:nvPr/>
        </p:nvSpPr>
        <p:spPr>
          <a:xfrm>
            <a:off x="451104" y="5328650"/>
            <a:ext cx="11314176" cy="268224"/>
          </a:xfrm>
          <a:prstGeom prst="rect">
            <a:avLst/>
          </a:prstGeom>
          <a:noFill/>
          <a:ln/>
        </p:spPr>
        <p:txBody>
          <a:bodyPr wrap="square" rtlCol="0" anchor="ctr"/>
          <a:lstStyle/>
          <a:p>
            <a:pPr algn="ctr"/>
            <a:r>
              <a:rPr lang="en-US" sz="1133" b="1">
                <a:solidFill>
                  <a:srgbClr val="922B21"/>
                </a:solidFill>
                <a:latin typeface="Times New Roman" panose="02020603050405020304" pitchFamily="18" charset="0"/>
                <a:ea typeface="Calibri" pitchFamily="34" charset="-122"/>
                <a:cs typeface="Times New Roman" panose="02020603050405020304" pitchFamily="18" charset="0"/>
              </a:rPr>
              <a:t>⚠  HARD FAIL:  If 'RAG not all Green' scores 0, output is automatically discarded regardless of total score.</a:t>
            </a:r>
            <a:endParaRPr lang="en-US" sz="1133">
              <a:latin typeface="Times New Roman" panose="02020603050405020304" pitchFamily="18" charset="0"/>
              <a:cs typeface="Times New Roman" panose="02020603050405020304" pitchFamily="18" charset="0"/>
            </a:endParaRPr>
          </a:p>
        </p:txBody>
      </p:sp>
      <p:sp>
        <p:nvSpPr>
          <p:cNvPr id="232" name="Shape 230"/>
          <p:cNvSpPr/>
          <p:nvPr/>
        </p:nvSpPr>
        <p:spPr>
          <a:xfrm>
            <a:off x="301756" y="5609066"/>
            <a:ext cx="11509243" cy="335217"/>
          </a:xfrm>
          <a:prstGeom prst="rect">
            <a:avLst/>
          </a:prstGeom>
          <a:solidFill>
            <a:srgbClr val="1F3864"/>
          </a:solidFill>
          <a:ln/>
        </p:spPr>
        <p:txBody>
          <a:bodyPr/>
          <a:lstStyle/>
          <a:p>
            <a:endParaRPr lang="en-IN"/>
          </a:p>
        </p:txBody>
      </p:sp>
      <p:sp>
        <p:nvSpPr>
          <p:cNvPr id="233" name="Text 231"/>
          <p:cNvSpPr/>
          <p:nvPr/>
        </p:nvSpPr>
        <p:spPr>
          <a:xfrm>
            <a:off x="451103" y="5574791"/>
            <a:ext cx="2926080" cy="316992"/>
          </a:xfrm>
          <a:prstGeom prst="rect">
            <a:avLst/>
          </a:prstGeom>
          <a:noFill/>
          <a:ln/>
        </p:spPr>
        <p:txBody>
          <a:bodyPr wrap="square" rtlCol="0" anchor="ctr"/>
          <a:lstStyle/>
          <a:p>
            <a:pPr algn="ctr"/>
            <a:r>
              <a:rPr lang="en-US" sz="1000">
                <a:solidFill>
                  <a:srgbClr val="FFFFFF"/>
                </a:solidFill>
                <a:latin typeface="Times New Roman" panose="02020603050405020304" pitchFamily="18" charset="0"/>
                <a:ea typeface="Calibri" pitchFamily="34" charset="-122"/>
                <a:cs typeface="Times New Roman" panose="02020603050405020304" pitchFamily="18" charset="0"/>
              </a:rPr>
              <a:t>13 section checks  +  1 global checks  =  14 total</a:t>
            </a:r>
            <a:endParaRPr lang="en-US" sz="1000">
              <a:latin typeface="Times New Roman" panose="02020603050405020304" pitchFamily="18" charset="0"/>
              <a:cs typeface="Times New Roman" panose="02020603050405020304" pitchFamily="18" charset="0"/>
            </a:endParaRPr>
          </a:p>
        </p:txBody>
      </p:sp>
      <p:sp>
        <p:nvSpPr>
          <p:cNvPr id="234" name="Shape 232"/>
          <p:cNvSpPr/>
          <p:nvPr/>
        </p:nvSpPr>
        <p:spPr>
          <a:xfrm>
            <a:off x="3072384" y="6315456"/>
            <a:ext cx="0" cy="219456"/>
          </a:xfrm>
          <a:prstGeom prst="line">
            <a:avLst/>
          </a:prstGeom>
          <a:noFill/>
          <a:ln w="6350">
            <a:solidFill>
              <a:srgbClr val="FFFFFF">
                <a:alpha val="50000"/>
              </a:srgbClr>
            </a:solidFill>
            <a:prstDash val="solid"/>
          </a:ln>
        </p:spPr>
        <p:txBody>
          <a:bodyPr/>
          <a:lstStyle/>
          <a:p>
            <a:endParaRPr lang="en-CA"/>
          </a:p>
        </p:txBody>
      </p:sp>
      <p:sp>
        <p:nvSpPr>
          <p:cNvPr id="235" name="Text 233"/>
          <p:cNvSpPr/>
          <p:nvPr/>
        </p:nvSpPr>
        <p:spPr>
          <a:xfrm>
            <a:off x="3358896" y="5605831"/>
            <a:ext cx="2926080" cy="257212"/>
          </a:xfrm>
          <a:prstGeom prst="rect">
            <a:avLst/>
          </a:prstGeom>
          <a:noFill/>
          <a:ln/>
        </p:spPr>
        <p:txBody>
          <a:bodyPr wrap="square" rtlCol="0" anchor="ctr"/>
          <a:lstStyle/>
          <a:p>
            <a:pPr algn="ctr"/>
            <a:r>
              <a:rPr lang="en-US" sz="1000">
                <a:solidFill>
                  <a:srgbClr val="FFFFFF"/>
                </a:solidFill>
                <a:latin typeface="Times New Roman" panose="02020603050405020304" pitchFamily="18" charset="0"/>
                <a:ea typeface="Calibri" pitchFamily="34" charset="-122"/>
                <a:cs typeface="Times New Roman" panose="02020603050405020304" pitchFamily="18" charset="0"/>
              </a:rPr>
              <a:t>Max score: 70 pts   |   Pass: ≥ 56 pts (80%)</a:t>
            </a:r>
            <a:endParaRPr lang="en-US" sz="1000">
              <a:latin typeface="Times New Roman" panose="02020603050405020304" pitchFamily="18" charset="0"/>
              <a:cs typeface="Times New Roman" panose="02020603050405020304" pitchFamily="18" charset="0"/>
            </a:endParaRPr>
          </a:p>
        </p:txBody>
      </p:sp>
      <p:sp>
        <p:nvSpPr>
          <p:cNvPr id="236" name="Shape 234"/>
          <p:cNvSpPr/>
          <p:nvPr/>
        </p:nvSpPr>
        <p:spPr>
          <a:xfrm>
            <a:off x="6096000" y="6315456"/>
            <a:ext cx="0" cy="219456"/>
          </a:xfrm>
          <a:prstGeom prst="line">
            <a:avLst/>
          </a:prstGeom>
          <a:noFill/>
          <a:ln w="6350">
            <a:solidFill>
              <a:srgbClr val="FFFFFF">
                <a:alpha val="50000"/>
              </a:srgbClr>
            </a:solidFill>
            <a:prstDash val="solid"/>
          </a:ln>
        </p:spPr>
        <p:txBody>
          <a:bodyPr/>
          <a:lstStyle/>
          <a:p>
            <a:endParaRPr lang="en-CA"/>
          </a:p>
        </p:txBody>
      </p:sp>
      <p:sp>
        <p:nvSpPr>
          <p:cNvPr id="237" name="Text 235"/>
          <p:cNvSpPr/>
          <p:nvPr/>
        </p:nvSpPr>
        <p:spPr>
          <a:xfrm>
            <a:off x="8866873" y="5615528"/>
            <a:ext cx="2926080" cy="316992"/>
          </a:xfrm>
          <a:prstGeom prst="rect">
            <a:avLst/>
          </a:prstGeom>
          <a:noFill/>
          <a:ln/>
        </p:spPr>
        <p:txBody>
          <a:bodyPr wrap="square" lIns="91440" tIns="45720" rIns="91440" bIns="45720" rtlCol="0" anchor="ctr"/>
          <a:lstStyle/>
          <a:p>
            <a:pPr algn="ctr"/>
            <a:r>
              <a:rPr lang="en-US" sz="1000">
                <a:solidFill>
                  <a:srgbClr val="FFFFFF"/>
                </a:solidFill>
                <a:latin typeface="Times New Roman"/>
                <a:ea typeface="Calibri"/>
                <a:cs typeface="Times New Roman"/>
              </a:rPr>
              <a:t>Critical ×3 = must pass   |  Standard ×2 = important | Polish – Basic Refinement</a:t>
            </a:r>
            <a:endParaRPr lang="en-US" sz="1000">
              <a:latin typeface="Times New Roman" panose="02020603050405020304" pitchFamily="18" charset="0"/>
              <a:cs typeface="Times New Roman" panose="02020603050405020304" pitchFamily="18" charset="0"/>
            </a:endParaRPr>
          </a:p>
        </p:txBody>
      </p:sp>
      <p:sp>
        <p:nvSpPr>
          <p:cNvPr id="238" name="Shape 236"/>
          <p:cNvSpPr/>
          <p:nvPr/>
        </p:nvSpPr>
        <p:spPr>
          <a:xfrm>
            <a:off x="9119616" y="6315456"/>
            <a:ext cx="0" cy="219456"/>
          </a:xfrm>
          <a:prstGeom prst="line">
            <a:avLst/>
          </a:prstGeom>
          <a:noFill/>
          <a:ln w="6350">
            <a:solidFill>
              <a:srgbClr val="FFFFFF">
                <a:alpha val="50000"/>
              </a:srgbClr>
            </a:solidFill>
            <a:prstDash val="solid"/>
          </a:ln>
        </p:spPr>
        <p:txBody>
          <a:bodyPr/>
          <a:lstStyle/>
          <a:p>
            <a:endParaRPr lang="en-CA"/>
          </a:p>
        </p:txBody>
      </p:sp>
      <p:sp>
        <p:nvSpPr>
          <p:cNvPr id="239" name="Text 237"/>
          <p:cNvSpPr/>
          <p:nvPr/>
        </p:nvSpPr>
        <p:spPr>
          <a:xfrm>
            <a:off x="6022848" y="5589246"/>
            <a:ext cx="2926080" cy="316992"/>
          </a:xfrm>
          <a:prstGeom prst="rect">
            <a:avLst/>
          </a:prstGeom>
          <a:noFill/>
          <a:ln/>
        </p:spPr>
        <p:txBody>
          <a:bodyPr wrap="square" rtlCol="0" anchor="ctr"/>
          <a:lstStyle/>
          <a:p>
            <a:pPr algn="ctr"/>
            <a:r>
              <a:rPr lang="en-US" sz="1000">
                <a:solidFill>
                  <a:srgbClr val="FFFFFF"/>
                </a:solidFill>
                <a:latin typeface="Calibri" pitchFamily="34" charset="0"/>
                <a:ea typeface="Calibri" pitchFamily="34" charset="-122"/>
                <a:cs typeface="Calibri" pitchFamily="34" charset="-120"/>
              </a:rPr>
              <a:t>1 Hard Fail — RAG not all Green → auto-discard</a:t>
            </a:r>
            <a:endParaRPr lang="en-US" sz="1000"/>
          </a:p>
        </p:txBody>
      </p:sp>
      <p:sp>
        <p:nvSpPr>
          <p:cNvPr id="241" name="Text 238"/>
          <p:cNvSpPr/>
          <p:nvPr/>
        </p:nvSpPr>
        <p:spPr>
          <a:xfrm>
            <a:off x="11704320" y="6656832"/>
            <a:ext cx="365760" cy="170688"/>
          </a:xfrm>
          <a:prstGeom prst="rect">
            <a:avLst/>
          </a:prstGeom>
          <a:noFill/>
          <a:ln/>
        </p:spPr>
        <p:txBody>
          <a:bodyPr wrap="square" rtlCol="0" anchor="ctr"/>
          <a:lstStyle/>
          <a:p>
            <a:pPr algn="r"/>
            <a:r>
              <a:rPr lang="en-US" sz="1067">
                <a:solidFill>
                  <a:srgbClr val="999999"/>
                </a:solidFill>
                <a:latin typeface="Calibri" pitchFamily="34" charset="0"/>
                <a:ea typeface="Calibri" pitchFamily="34" charset="-122"/>
                <a:cs typeface="Calibri" pitchFamily="34" charset="-120"/>
              </a:rPr>
              <a:t>11</a:t>
            </a:r>
            <a:endParaRPr lang="en-US" sz="1067"/>
          </a:p>
        </p:txBody>
      </p:sp>
      <p:sp>
        <p:nvSpPr>
          <p:cNvPr id="242" name="Shape 137">
            <a:extLst>
              <a:ext uri="{FF2B5EF4-FFF2-40B4-BE49-F238E27FC236}">
                <a16:creationId xmlns:a16="http://schemas.microsoft.com/office/drawing/2014/main" id="{12EAD7CD-8F24-446F-9C31-69B80EEEB7D3}"/>
              </a:ext>
            </a:extLst>
          </p:cNvPr>
          <p:cNvSpPr/>
          <p:nvPr/>
        </p:nvSpPr>
        <p:spPr>
          <a:xfrm>
            <a:off x="6108192" y="1786873"/>
            <a:ext cx="292608" cy="219456"/>
          </a:xfrm>
          <a:prstGeom prst="rect">
            <a:avLst/>
          </a:prstGeom>
          <a:solidFill>
            <a:srgbClr val="2980B9"/>
          </a:solidFill>
          <a:ln/>
        </p:spPr>
        <p:txBody>
          <a:bodyPr/>
          <a:lstStyle/>
          <a:p>
            <a:endParaRPr lang="en-CA"/>
          </a:p>
        </p:txBody>
      </p:sp>
      <p:sp>
        <p:nvSpPr>
          <p:cNvPr id="244" name="TextBox 243">
            <a:extLst>
              <a:ext uri="{FF2B5EF4-FFF2-40B4-BE49-F238E27FC236}">
                <a16:creationId xmlns:a16="http://schemas.microsoft.com/office/drawing/2014/main" id="{2515C688-0ACD-4A6D-8F25-33F106B3A4FD}"/>
              </a:ext>
            </a:extLst>
          </p:cNvPr>
          <p:cNvSpPr txBox="1"/>
          <p:nvPr/>
        </p:nvSpPr>
        <p:spPr>
          <a:xfrm>
            <a:off x="3150108" y="1751694"/>
            <a:ext cx="6208776" cy="226216"/>
          </a:xfrm>
          <a:prstGeom prst="rect">
            <a:avLst/>
          </a:prstGeom>
          <a:noFill/>
        </p:spPr>
        <p:txBody>
          <a:bodyPr wrap="square">
            <a:spAutoFit/>
          </a:bodyPr>
          <a:lstStyle/>
          <a:p>
            <a:pPr algn="ctr"/>
            <a:r>
              <a:rPr lang="en-US" sz="870" b="1">
                <a:solidFill>
                  <a:srgbClr val="FFFFFF"/>
                </a:solidFill>
                <a:latin typeface="Times New Roman" panose="02020603050405020304" pitchFamily="18" charset="0"/>
                <a:ea typeface="Calibri" pitchFamily="34" charset="-122"/>
                <a:cs typeface="Times New Roman" panose="02020603050405020304" pitchFamily="18" charset="0"/>
              </a:rPr>
              <a:t>S</a:t>
            </a:r>
            <a:endParaRPr lang="en-US" sz="870">
              <a:latin typeface="Times New Roman" panose="02020603050405020304" pitchFamily="18" charset="0"/>
              <a:cs typeface="Times New Roman" panose="02020603050405020304" pitchFamily="18" charset="0"/>
            </a:endParaRPr>
          </a:p>
        </p:txBody>
      </p:sp>
      <p:sp>
        <p:nvSpPr>
          <p:cNvPr id="245" name="Shape 70">
            <a:extLst>
              <a:ext uri="{FF2B5EF4-FFF2-40B4-BE49-F238E27FC236}">
                <a16:creationId xmlns:a16="http://schemas.microsoft.com/office/drawing/2014/main" id="{1A7CEA83-3B63-4D5E-8338-01EC7BB9DC10}"/>
              </a:ext>
            </a:extLst>
          </p:cNvPr>
          <p:cNvSpPr/>
          <p:nvPr/>
        </p:nvSpPr>
        <p:spPr>
          <a:xfrm>
            <a:off x="3255264" y="3621273"/>
            <a:ext cx="292608" cy="219456"/>
          </a:xfrm>
          <a:prstGeom prst="rect">
            <a:avLst/>
          </a:prstGeom>
          <a:solidFill>
            <a:srgbClr val="1A5276"/>
          </a:solidFill>
          <a:ln/>
        </p:spPr>
        <p:txBody>
          <a:bodyPr/>
          <a:lstStyle/>
          <a:p>
            <a:endParaRPr lang="en-CA"/>
          </a:p>
        </p:txBody>
      </p:sp>
      <p:sp>
        <p:nvSpPr>
          <p:cNvPr id="247" name="TextBox 246">
            <a:extLst>
              <a:ext uri="{FF2B5EF4-FFF2-40B4-BE49-F238E27FC236}">
                <a16:creationId xmlns:a16="http://schemas.microsoft.com/office/drawing/2014/main" id="{CD81DA6A-A03C-47F4-A693-D0278918D4AF}"/>
              </a:ext>
            </a:extLst>
          </p:cNvPr>
          <p:cNvSpPr txBox="1"/>
          <p:nvPr/>
        </p:nvSpPr>
        <p:spPr>
          <a:xfrm>
            <a:off x="297180" y="3599107"/>
            <a:ext cx="6208776" cy="226216"/>
          </a:xfrm>
          <a:prstGeom prst="rect">
            <a:avLst/>
          </a:prstGeom>
          <a:noFill/>
        </p:spPr>
        <p:txBody>
          <a:bodyPr wrap="square">
            <a:spAutoFit/>
          </a:bodyPr>
          <a:lstStyle/>
          <a:p>
            <a:pPr algn="ctr"/>
            <a:r>
              <a:rPr lang="en-US" sz="870" b="1">
                <a:solidFill>
                  <a:srgbClr val="FFFFFF"/>
                </a:solidFill>
                <a:latin typeface="Times New Roman" panose="02020603050405020304" pitchFamily="18" charset="0"/>
                <a:ea typeface="Calibri" pitchFamily="34" charset="-122"/>
                <a:cs typeface="Times New Roman" panose="02020603050405020304" pitchFamily="18" charset="0"/>
              </a:rPr>
              <a:t>C</a:t>
            </a:r>
            <a:endParaRPr lang="en-US" sz="870">
              <a:latin typeface="Times New Roman" panose="02020603050405020304" pitchFamily="18" charset="0"/>
              <a:cs typeface="Times New Roman" panose="02020603050405020304" pitchFamily="18" charset="0"/>
            </a:endParaRPr>
          </a:p>
        </p:txBody>
      </p:sp>
      <p:pic>
        <p:nvPicPr>
          <p:cNvPr id="209" name="Picture 208">
            <a:extLst>
              <a:ext uri="{FF2B5EF4-FFF2-40B4-BE49-F238E27FC236}">
                <a16:creationId xmlns:a16="http://schemas.microsoft.com/office/drawing/2014/main" id="{AA43A910-2EE2-A904-136F-94C51B74720A}"/>
              </a:ext>
            </a:extLst>
          </p:cNvPr>
          <p:cNvPicPr>
            <a:picLocks noChangeAspect="1"/>
          </p:cNvPicPr>
          <p:nvPr/>
        </p:nvPicPr>
        <p:blipFill>
          <a:blip r:embed="rId3"/>
          <a:stretch>
            <a:fillRect/>
          </a:stretch>
        </p:blipFill>
        <p:spPr>
          <a:xfrm>
            <a:off x="2385086" y="6151591"/>
            <a:ext cx="1809750" cy="3429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6F55-E2C2-D892-3E2F-9726104E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110979-DDCE-1892-8EE9-0C4A9CCB22D0}"/>
              </a:ext>
            </a:extLst>
          </p:cNvPr>
          <p:cNvSpPr>
            <a:spLocks noGrp="1"/>
          </p:cNvSpPr>
          <p:nvPr>
            <p:ph type="title"/>
          </p:nvPr>
        </p:nvSpPr>
        <p:spPr/>
        <p:txBody>
          <a:bodyPr/>
          <a:lstStyle/>
          <a:p>
            <a:r>
              <a:rPr lang="en-CA"/>
              <a:t>Future Work and Improvements </a:t>
            </a:r>
          </a:p>
        </p:txBody>
      </p:sp>
      <p:sp>
        <p:nvSpPr>
          <p:cNvPr id="3" name="Subtitle 2">
            <a:extLst>
              <a:ext uri="{FF2B5EF4-FFF2-40B4-BE49-F238E27FC236}">
                <a16:creationId xmlns:a16="http://schemas.microsoft.com/office/drawing/2014/main" id="{0141BE26-F28F-4DFD-C668-26EC561E03DF}"/>
              </a:ext>
            </a:extLst>
          </p:cNvPr>
          <p:cNvSpPr>
            <a:spLocks noGrp="1"/>
          </p:cNvSpPr>
          <p:nvPr>
            <p:ph type="body" idx="1"/>
          </p:nvPr>
        </p:nvSpPr>
        <p:spPr/>
        <p:txBody>
          <a:bodyPr/>
          <a:lstStyle/>
          <a:p>
            <a:r>
              <a:rPr lang="en-CA"/>
              <a:t>Beyond the scope and time constraints of the project, where could it go next</a:t>
            </a:r>
          </a:p>
        </p:txBody>
      </p:sp>
      <p:sp>
        <p:nvSpPr>
          <p:cNvPr id="4" name="Slide Number Placeholder 3">
            <a:extLst>
              <a:ext uri="{FF2B5EF4-FFF2-40B4-BE49-F238E27FC236}">
                <a16:creationId xmlns:a16="http://schemas.microsoft.com/office/drawing/2014/main" id="{EBA00CAA-A6CF-893E-E963-5C7C51AC230C}"/>
              </a:ext>
            </a:extLst>
          </p:cNvPr>
          <p:cNvSpPr>
            <a:spLocks noGrp="1"/>
          </p:cNvSpPr>
          <p:nvPr>
            <p:ph type="sldNum" sz="quarter" idx="12"/>
          </p:nvPr>
        </p:nvSpPr>
        <p:spPr/>
        <p:txBody>
          <a:bodyPr/>
          <a:lstStyle/>
          <a:p>
            <a:fld id="{1BD90C89-BB05-D647-8C9B-C2376028CB3D}" type="slidenum">
              <a:rPr lang="en-CA" smtClean="0"/>
              <a:pPr/>
              <a:t>11</a:t>
            </a:fld>
            <a:endParaRPr lang="en-CA"/>
          </a:p>
        </p:txBody>
      </p:sp>
      <p:pic>
        <p:nvPicPr>
          <p:cNvPr id="7" name="Picture 6">
            <a:extLst>
              <a:ext uri="{FF2B5EF4-FFF2-40B4-BE49-F238E27FC236}">
                <a16:creationId xmlns:a16="http://schemas.microsoft.com/office/drawing/2014/main" id="{836FFD12-BFE3-77BE-999B-1B82B273B950}"/>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29597260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277DE-D470-F1FD-9C45-E3DFC34D942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5C737D1-76F6-D3D7-CAD0-CFD6B5E6AD13}"/>
              </a:ext>
            </a:extLst>
          </p:cNvPr>
          <p:cNvSpPr>
            <a:spLocks noGrp="1"/>
          </p:cNvSpPr>
          <p:nvPr>
            <p:ph type="sldNum" sz="quarter" idx="12"/>
          </p:nvPr>
        </p:nvSpPr>
        <p:spPr/>
        <p:txBody>
          <a:bodyPr/>
          <a:lstStyle/>
          <a:p>
            <a:fld id="{E4ECB127-6B1D-4440-BB59-CB7FB51359B3}" type="slidenum">
              <a:rPr lang="en-CA" smtClean="0"/>
              <a:pPr/>
              <a:t>12</a:t>
            </a:fld>
            <a:endParaRPr lang="en-CA"/>
          </a:p>
        </p:txBody>
      </p:sp>
      <p:sp>
        <p:nvSpPr>
          <p:cNvPr id="4" name="Text Placeholder 3">
            <a:extLst>
              <a:ext uri="{FF2B5EF4-FFF2-40B4-BE49-F238E27FC236}">
                <a16:creationId xmlns:a16="http://schemas.microsoft.com/office/drawing/2014/main" id="{55E63DB0-597D-6CB0-F76D-EC7732084831}"/>
              </a:ext>
            </a:extLst>
          </p:cNvPr>
          <p:cNvSpPr>
            <a:spLocks noGrp="1"/>
          </p:cNvSpPr>
          <p:nvPr>
            <p:ph type="body" sz="quarter" idx="13"/>
          </p:nvPr>
        </p:nvSpPr>
        <p:spPr>
          <a:xfrm>
            <a:off x="381001" y="1598943"/>
            <a:ext cx="7803089" cy="1568897"/>
          </a:xfrm>
        </p:spPr>
        <p:txBody>
          <a:bodyPr vert="horz" lIns="91440" tIns="45720" rIns="91440" bIns="45720" rtlCol="0" anchor="t">
            <a:normAutofit/>
          </a:bodyPr>
          <a:lstStyle/>
          <a:p>
            <a:pPr>
              <a:lnSpc>
                <a:spcPct val="100000"/>
              </a:lnSpc>
              <a:spcBef>
                <a:spcPts val="1000"/>
              </a:spcBef>
            </a:pPr>
            <a:r>
              <a:rPr lang="en-US" b="0">
                <a:solidFill>
                  <a:schemeClr val="tx1"/>
                </a:solidFill>
                <a:latin typeface="Arial"/>
                <a:cs typeface="Arial"/>
              </a:rPr>
              <a:t>Integration of persistent session storage to allow users to save and revisit project progress.</a:t>
            </a:r>
            <a:endParaRPr lang="en-US"/>
          </a:p>
          <a:p>
            <a:pPr>
              <a:lnSpc>
                <a:spcPct val="100000"/>
              </a:lnSpc>
              <a:spcBef>
                <a:spcPts val="1000"/>
              </a:spcBef>
            </a:pPr>
            <a:r>
              <a:rPr lang="en-US" b="0">
                <a:solidFill>
                  <a:srgbClr val="000000"/>
                </a:solidFill>
                <a:latin typeface="Arial"/>
                <a:cs typeface="Arial"/>
              </a:rPr>
              <a:t>Development of automated validation checks to detect inconsistencies and scope drift, with less effort for </a:t>
            </a:r>
            <a:endParaRPr lang="en-US" b="0">
              <a:latin typeface="Arial"/>
              <a:cs typeface="Arial"/>
            </a:endParaRPr>
          </a:p>
          <a:p>
            <a:pPr>
              <a:lnSpc>
                <a:spcPct val="100000"/>
              </a:lnSpc>
              <a:spcBef>
                <a:spcPts val="1000"/>
              </a:spcBef>
            </a:pPr>
            <a:r>
              <a:rPr lang="en-US" b="0">
                <a:solidFill>
                  <a:srgbClr val="000000"/>
                </a:solidFill>
                <a:latin typeface="Arial"/>
                <a:cs typeface="Arial"/>
              </a:rPr>
              <a:t>Expansion of the agent to generate additional consulting deliverables such as schedules, meeting agendas, and resource plans.</a:t>
            </a:r>
            <a:endParaRPr lang="en-CA">
              <a:solidFill>
                <a:srgbClr val="AB1368"/>
              </a:solidFill>
              <a:latin typeface="Arial"/>
              <a:cs typeface="Arial"/>
            </a:endParaRPr>
          </a:p>
        </p:txBody>
      </p:sp>
      <p:sp>
        <p:nvSpPr>
          <p:cNvPr id="5" name="Title 4">
            <a:extLst>
              <a:ext uri="{FF2B5EF4-FFF2-40B4-BE49-F238E27FC236}">
                <a16:creationId xmlns:a16="http://schemas.microsoft.com/office/drawing/2014/main" id="{EA448115-A823-3FAE-BC48-368731F590B2}"/>
              </a:ext>
            </a:extLst>
          </p:cNvPr>
          <p:cNvSpPr>
            <a:spLocks noGrp="1"/>
          </p:cNvSpPr>
          <p:nvPr>
            <p:ph type="title"/>
          </p:nvPr>
        </p:nvSpPr>
        <p:spPr>
          <a:xfrm>
            <a:off x="381001" y="441326"/>
            <a:ext cx="8570912" cy="494924"/>
          </a:xfrm>
        </p:spPr>
        <p:txBody>
          <a:bodyPr/>
          <a:lstStyle/>
          <a:p>
            <a:r>
              <a:rPr lang="en-CA"/>
              <a:t>Future Work and Improvements </a:t>
            </a:r>
          </a:p>
        </p:txBody>
      </p:sp>
      <p:pic>
        <p:nvPicPr>
          <p:cNvPr id="2" name="Picture 1">
            <a:extLst>
              <a:ext uri="{FF2B5EF4-FFF2-40B4-BE49-F238E27FC236}">
                <a16:creationId xmlns:a16="http://schemas.microsoft.com/office/drawing/2014/main" id="{B2ED6138-0ED2-6A26-4DF2-0974A5932DD5}"/>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itle 2">
            <a:extLst>
              <a:ext uri="{FF2B5EF4-FFF2-40B4-BE49-F238E27FC236}">
                <a16:creationId xmlns:a16="http://schemas.microsoft.com/office/drawing/2014/main" id="{5357CFD7-A501-DA71-AA27-3658D5C3D544}"/>
              </a:ext>
            </a:extLst>
          </p:cNvPr>
          <p:cNvSpPr txBox="1">
            <a:spLocks/>
          </p:cNvSpPr>
          <p:nvPr/>
        </p:nvSpPr>
        <p:spPr>
          <a:xfrm>
            <a:off x="381001" y="920526"/>
            <a:ext cx="11411637" cy="287525"/>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600" b="1" i="0" kern="1200" baseline="0">
                <a:solidFill>
                  <a:schemeClr val="tx2"/>
                </a:solidFill>
                <a:latin typeface="+mj-lt"/>
                <a:ea typeface="+mj-ea"/>
                <a:cs typeface="+mj-cs"/>
              </a:defRPr>
            </a:lvl1pPr>
          </a:lstStyle>
          <a:p>
            <a:r>
              <a:rPr lang="en-CA" sz="1200">
                <a:solidFill>
                  <a:schemeClr val="accent5"/>
                </a:solidFill>
              </a:rPr>
              <a:t>The improvements and additions that would be included beyond the time span of the project​</a:t>
            </a:r>
            <a:endParaRPr lang="en-CA" sz="1200">
              <a:solidFill>
                <a:schemeClr val="accent5"/>
              </a:solidFill>
              <a:cs typeface="Arial"/>
            </a:endParaRPr>
          </a:p>
        </p:txBody>
      </p:sp>
    </p:spTree>
    <p:extLst>
      <p:ext uri="{BB962C8B-B14F-4D97-AF65-F5344CB8AC3E}">
        <p14:creationId xmlns:p14="http://schemas.microsoft.com/office/powerpoint/2010/main" val="2433026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08248-4411-1B77-FACF-5752B6446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FE3227-AB9B-82DB-16DC-7D964DA54A81}"/>
              </a:ext>
            </a:extLst>
          </p:cNvPr>
          <p:cNvSpPr>
            <a:spLocks noGrp="1"/>
          </p:cNvSpPr>
          <p:nvPr>
            <p:ph type="title"/>
          </p:nvPr>
        </p:nvSpPr>
        <p:spPr/>
        <p:txBody>
          <a:bodyPr/>
          <a:lstStyle/>
          <a:p>
            <a:r>
              <a:rPr lang="en-CA"/>
              <a:t>Thank You</a:t>
            </a:r>
          </a:p>
        </p:txBody>
      </p:sp>
      <p:sp>
        <p:nvSpPr>
          <p:cNvPr id="3" name="Subtitle 2">
            <a:extLst>
              <a:ext uri="{FF2B5EF4-FFF2-40B4-BE49-F238E27FC236}">
                <a16:creationId xmlns:a16="http://schemas.microsoft.com/office/drawing/2014/main" id="{9312E00C-B82B-DC5D-2133-883706FE6342}"/>
              </a:ext>
            </a:extLst>
          </p:cNvPr>
          <p:cNvSpPr>
            <a:spLocks noGrp="1"/>
          </p:cNvSpPr>
          <p:nvPr>
            <p:ph type="body" idx="1"/>
          </p:nvPr>
        </p:nvSpPr>
        <p:spPr/>
        <p:txBody>
          <a:bodyPr/>
          <a:lstStyle/>
          <a:p>
            <a:r>
              <a:rPr lang="en-US"/>
              <a:t>We appreciate your attention and welcome any questions and comments on our work.</a:t>
            </a:r>
            <a:endParaRPr lang="en-CA"/>
          </a:p>
        </p:txBody>
      </p:sp>
      <p:sp>
        <p:nvSpPr>
          <p:cNvPr id="4" name="Slide Number Placeholder 3">
            <a:extLst>
              <a:ext uri="{FF2B5EF4-FFF2-40B4-BE49-F238E27FC236}">
                <a16:creationId xmlns:a16="http://schemas.microsoft.com/office/drawing/2014/main" id="{A3BEA3F1-6D74-690C-3635-F929FA9BB543}"/>
              </a:ext>
            </a:extLst>
          </p:cNvPr>
          <p:cNvSpPr>
            <a:spLocks noGrp="1"/>
          </p:cNvSpPr>
          <p:nvPr>
            <p:ph type="sldNum" sz="quarter" idx="12"/>
          </p:nvPr>
        </p:nvSpPr>
        <p:spPr/>
        <p:txBody>
          <a:bodyPr/>
          <a:lstStyle/>
          <a:p>
            <a:fld id="{1BD90C89-BB05-D647-8C9B-C2376028CB3D}" type="slidenum">
              <a:rPr lang="en-CA" smtClean="0"/>
              <a:pPr/>
              <a:t>13</a:t>
            </a:fld>
            <a:endParaRPr lang="en-CA"/>
          </a:p>
        </p:txBody>
      </p:sp>
      <p:pic>
        <p:nvPicPr>
          <p:cNvPr id="5" name="Picture 4">
            <a:extLst>
              <a:ext uri="{FF2B5EF4-FFF2-40B4-BE49-F238E27FC236}">
                <a16:creationId xmlns:a16="http://schemas.microsoft.com/office/drawing/2014/main" id="{3ABB2BFA-79EB-F6E2-9DF3-B47910555CB8}"/>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957729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4F8C6-B7ED-1BFB-20DE-5D32D72256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2AB302-458E-0BFA-4762-DF945BA5D83B}"/>
              </a:ext>
            </a:extLst>
          </p:cNvPr>
          <p:cNvSpPr>
            <a:spLocks noGrp="1"/>
          </p:cNvSpPr>
          <p:nvPr>
            <p:ph type="title"/>
          </p:nvPr>
        </p:nvSpPr>
        <p:spPr/>
        <p:txBody>
          <a:bodyPr/>
          <a:lstStyle/>
          <a:p>
            <a:r>
              <a:rPr lang="en-CA"/>
              <a:t>Appendices</a:t>
            </a:r>
          </a:p>
        </p:txBody>
      </p:sp>
      <p:sp>
        <p:nvSpPr>
          <p:cNvPr id="3" name="Subtitle 2">
            <a:extLst>
              <a:ext uri="{FF2B5EF4-FFF2-40B4-BE49-F238E27FC236}">
                <a16:creationId xmlns:a16="http://schemas.microsoft.com/office/drawing/2014/main" id="{024C21BB-90F6-1B19-4FA7-A57D2B348043}"/>
              </a:ext>
            </a:extLst>
          </p:cNvPr>
          <p:cNvSpPr>
            <a:spLocks noGrp="1"/>
          </p:cNvSpPr>
          <p:nvPr>
            <p:ph type="body" idx="1"/>
          </p:nvPr>
        </p:nvSpPr>
        <p:spPr/>
        <p:txBody>
          <a:bodyPr/>
          <a:lstStyle/>
          <a:p>
            <a:r>
              <a:rPr lang="en-CA"/>
              <a:t>Examples of artifact templates, alternative RFPs and generated artifacts, and a detailed flowchart of agent</a:t>
            </a:r>
          </a:p>
        </p:txBody>
      </p:sp>
      <p:sp>
        <p:nvSpPr>
          <p:cNvPr id="4" name="Slide Number Placeholder 3">
            <a:extLst>
              <a:ext uri="{FF2B5EF4-FFF2-40B4-BE49-F238E27FC236}">
                <a16:creationId xmlns:a16="http://schemas.microsoft.com/office/drawing/2014/main" id="{A13D324D-BE1A-6E7C-9256-786DCBEE41D5}"/>
              </a:ext>
            </a:extLst>
          </p:cNvPr>
          <p:cNvSpPr>
            <a:spLocks noGrp="1"/>
          </p:cNvSpPr>
          <p:nvPr>
            <p:ph type="sldNum" sz="quarter" idx="12"/>
          </p:nvPr>
        </p:nvSpPr>
        <p:spPr/>
        <p:txBody>
          <a:bodyPr/>
          <a:lstStyle/>
          <a:p>
            <a:fld id="{1BD90C89-BB05-D647-8C9B-C2376028CB3D}" type="slidenum">
              <a:rPr lang="en-CA" smtClean="0"/>
              <a:pPr/>
              <a:t>14</a:t>
            </a:fld>
            <a:endParaRPr lang="en-CA"/>
          </a:p>
        </p:txBody>
      </p:sp>
      <p:pic>
        <p:nvPicPr>
          <p:cNvPr id="5" name="Picture 4">
            <a:extLst>
              <a:ext uri="{FF2B5EF4-FFF2-40B4-BE49-F238E27FC236}">
                <a16:creationId xmlns:a16="http://schemas.microsoft.com/office/drawing/2014/main" id="{55A5FA30-BAE2-4E52-1A5F-11CACDA1BEE1}"/>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4154057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E96D0-E662-A565-D8BE-8CE48F553F24}"/>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9E3A447-4B1C-2108-9E41-E3474B11EDEF}"/>
              </a:ext>
            </a:extLst>
          </p:cNvPr>
          <p:cNvSpPr>
            <a:spLocks noGrp="1"/>
          </p:cNvSpPr>
          <p:nvPr>
            <p:ph type="sldNum" sz="quarter" idx="12"/>
          </p:nvPr>
        </p:nvSpPr>
        <p:spPr/>
        <p:txBody>
          <a:bodyPr/>
          <a:lstStyle/>
          <a:p>
            <a:fld id="{E4ECB127-6B1D-4440-BB59-CB7FB51359B3}" type="slidenum">
              <a:rPr lang="en-CA" smtClean="0"/>
              <a:pPr/>
              <a:t>15</a:t>
            </a:fld>
            <a:endParaRPr lang="en-CA"/>
          </a:p>
        </p:txBody>
      </p:sp>
      <p:sp>
        <p:nvSpPr>
          <p:cNvPr id="4" name="Text Placeholder 3">
            <a:extLst>
              <a:ext uri="{FF2B5EF4-FFF2-40B4-BE49-F238E27FC236}">
                <a16:creationId xmlns:a16="http://schemas.microsoft.com/office/drawing/2014/main" id="{4A72CF46-D4BE-4AD1-9ED6-D47B36587E12}"/>
              </a:ext>
            </a:extLst>
          </p:cNvPr>
          <p:cNvSpPr>
            <a:spLocks noGrp="1"/>
          </p:cNvSpPr>
          <p:nvPr>
            <p:ph type="body" sz="quarter" idx="13"/>
          </p:nvPr>
        </p:nvSpPr>
        <p:spPr>
          <a:xfrm>
            <a:off x="381001" y="923593"/>
            <a:ext cx="11212901" cy="392219"/>
          </a:xfrm>
        </p:spPr>
        <p:txBody>
          <a:bodyPr>
            <a:normAutofit/>
          </a:bodyPr>
          <a:lstStyle/>
          <a:p>
            <a:r>
              <a:rPr lang="en-CA" sz="1200"/>
              <a:t>Generic text: fill in </a:t>
            </a:r>
          </a:p>
        </p:txBody>
      </p:sp>
      <p:sp>
        <p:nvSpPr>
          <p:cNvPr id="5" name="Title 4">
            <a:extLst>
              <a:ext uri="{FF2B5EF4-FFF2-40B4-BE49-F238E27FC236}">
                <a16:creationId xmlns:a16="http://schemas.microsoft.com/office/drawing/2014/main" id="{D5A41E8E-0B39-81E4-72BD-F9B66FEE8EFD}"/>
              </a:ext>
            </a:extLst>
          </p:cNvPr>
          <p:cNvSpPr>
            <a:spLocks noGrp="1"/>
          </p:cNvSpPr>
          <p:nvPr>
            <p:ph type="title"/>
          </p:nvPr>
        </p:nvSpPr>
        <p:spPr>
          <a:xfrm>
            <a:off x="381001" y="441326"/>
            <a:ext cx="8570912" cy="494924"/>
          </a:xfrm>
        </p:spPr>
        <p:txBody>
          <a:bodyPr/>
          <a:lstStyle/>
          <a:p>
            <a:r>
              <a:rPr lang="en-CA"/>
              <a:t>Quality Gates</a:t>
            </a:r>
          </a:p>
        </p:txBody>
      </p:sp>
      <p:pic>
        <p:nvPicPr>
          <p:cNvPr id="2" name="Picture 1">
            <a:extLst>
              <a:ext uri="{FF2B5EF4-FFF2-40B4-BE49-F238E27FC236}">
                <a16:creationId xmlns:a16="http://schemas.microsoft.com/office/drawing/2014/main" id="{37C4A35B-087B-EE8A-39AB-81B1FB78A52F}"/>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DB41523F-CFF0-7FE3-0AC5-832E9877A66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p>
        </p:txBody>
      </p:sp>
    </p:spTree>
    <p:extLst>
      <p:ext uri="{BB962C8B-B14F-4D97-AF65-F5344CB8AC3E}">
        <p14:creationId xmlns:p14="http://schemas.microsoft.com/office/powerpoint/2010/main" val="3245941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C883C-D28E-30CF-CA9E-5B9FAD71C51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F316AE3-DE5E-D017-6028-8D9F169FE6A9}"/>
              </a:ext>
            </a:extLst>
          </p:cNvPr>
          <p:cNvSpPr>
            <a:spLocks noGrp="1"/>
          </p:cNvSpPr>
          <p:nvPr>
            <p:ph type="sldNum" sz="quarter" idx="12"/>
          </p:nvPr>
        </p:nvSpPr>
        <p:spPr/>
        <p:txBody>
          <a:bodyPr/>
          <a:lstStyle/>
          <a:p>
            <a:fld id="{E4ECB127-6B1D-4440-BB59-CB7FB51359B3}" type="slidenum">
              <a:rPr lang="en-CA" smtClean="0"/>
              <a:pPr/>
              <a:t>16</a:t>
            </a:fld>
            <a:endParaRPr lang="en-CA"/>
          </a:p>
        </p:txBody>
      </p:sp>
      <p:sp>
        <p:nvSpPr>
          <p:cNvPr id="4" name="Text Placeholder 3">
            <a:extLst>
              <a:ext uri="{FF2B5EF4-FFF2-40B4-BE49-F238E27FC236}">
                <a16:creationId xmlns:a16="http://schemas.microsoft.com/office/drawing/2014/main" id="{659A3A93-2885-0EC2-F5E6-4470299F7743}"/>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ea typeface="+mn-lt"/>
                <a:cs typeface="+mn-lt"/>
              </a:rPr>
              <a:t>WBS Definition and Example</a:t>
            </a:r>
            <a:endParaRPr lang="en-US"/>
          </a:p>
        </p:txBody>
      </p:sp>
      <p:sp>
        <p:nvSpPr>
          <p:cNvPr id="5" name="Title 4">
            <a:extLst>
              <a:ext uri="{FF2B5EF4-FFF2-40B4-BE49-F238E27FC236}">
                <a16:creationId xmlns:a16="http://schemas.microsoft.com/office/drawing/2014/main" id="{5E5C5CBC-039B-AA21-7FC9-37CA4D77734F}"/>
              </a:ext>
            </a:extLst>
          </p:cNvPr>
          <p:cNvSpPr>
            <a:spLocks noGrp="1"/>
          </p:cNvSpPr>
          <p:nvPr>
            <p:ph type="title"/>
          </p:nvPr>
        </p:nvSpPr>
        <p:spPr>
          <a:xfrm>
            <a:off x="381001" y="441326"/>
            <a:ext cx="8570912" cy="494924"/>
          </a:xfrm>
        </p:spPr>
        <p:txBody>
          <a:bodyPr/>
          <a:lstStyle/>
          <a:p>
            <a:r>
              <a:rPr lang="en-CA"/>
              <a:t>Work Breakdown Structure Template </a:t>
            </a:r>
          </a:p>
        </p:txBody>
      </p:sp>
      <p:sp>
        <p:nvSpPr>
          <p:cNvPr id="7" name="Content Placeholder 4">
            <a:extLst>
              <a:ext uri="{FF2B5EF4-FFF2-40B4-BE49-F238E27FC236}">
                <a16:creationId xmlns:a16="http://schemas.microsoft.com/office/drawing/2014/main" id="{E725D2FB-2665-BA6D-535F-5F70F6034404}"/>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Font typeface="Arial" panose="020B0604020202020204" pitchFamily="34" charset="0"/>
              <a:buNone/>
            </a:pPr>
            <a:r>
              <a:rPr lang="en-CA" b="1">
                <a:solidFill>
                  <a:srgbClr val="FF0000"/>
                </a:solidFill>
              </a:rPr>
              <a:t>A Guide to the Project Management Body of Knowledge (</a:t>
            </a:r>
            <a:r>
              <a:rPr lang="en-CA" b="1" i="1">
                <a:solidFill>
                  <a:srgbClr val="FF0000"/>
                </a:solidFill>
              </a:rPr>
              <a:t>PMBOK® Guide—Third Edition</a:t>
            </a:r>
            <a:r>
              <a:rPr lang="en-CA" b="1">
                <a:solidFill>
                  <a:srgbClr val="FF0000"/>
                </a:solidFill>
              </a:rPr>
              <a:t>) (2004)</a:t>
            </a:r>
          </a:p>
          <a:p>
            <a:pPr marL="0" indent="0">
              <a:buFont typeface="Arial" panose="020B0604020202020204" pitchFamily="34" charset="0"/>
              <a:buNone/>
            </a:pPr>
            <a:r>
              <a:rPr lang="en-CA"/>
              <a:t>A deliverable-oriented hierarchical decomposition of the work to be executed by the project team to accomplish the project objectives and create the required deliverables. It organizes and defines the total scope of the project. Each descending level represents an increasingly detailed definition of the project work. The WBS is decomposed into work packages. The deliverable orientation of the hierarchy includes both internal and external deliverables.</a:t>
            </a:r>
          </a:p>
        </p:txBody>
      </p:sp>
      <p:graphicFrame>
        <p:nvGraphicFramePr>
          <p:cNvPr id="8" name="Table 7">
            <a:extLst>
              <a:ext uri="{FF2B5EF4-FFF2-40B4-BE49-F238E27FC236}">
                <a16:creationId xmlns:a16="http://schemas.microsoft.com/office/drawing/2014/main" id="{E0FC6CB8-717D-920D-8894-3371EF503968}"/>
              </a:ext>
            </a:extLst>
          </p:cNvPr>
          <p:cNvGraphicFramePr>
            <a:graphicFrameLocks noGrp="1"/>
          </p:cNvGraphicFramePr>
          <p:nvPr>
            <p:extLst>
              <p:ext uri="{D42A27DB-BD31-4B8C-83A1-F6EECF244321}">
                <p14:modId xmlns:p14="http://schemas.microsoft.com/office/powerpoint/2010/main" val="919993995"/>
              </p:ext>
            </p:extLst>
          </p:nvPr>
        </p:nvGraphicFramePr>
        <p:xfrm>
          <a:off x="381920" y="1364305"/>
          <a:ext cx="7750483" cy="4435100"/>
        </p:xfrm>
        <a:graphic>
          <a:graphicData uri="http://schemas.openxmlformats.org/drawingml/2006/table">
            <a:tbl>
              <a:tblPr bandRow="1">
                <a:tableStyleId>{5C22544A-7EE6-4342-B048-85BDC9FD1C3A}</a:tableStyleId>
              </a:tblPr>
              <a:tblGrid>
                <a:gridCol w="542658">
                  <a:extLst>
                    <a:ext uri="{9D8B030D-6E8A-4147-A177-3AD203B41FA5}">
                      <a16:colId xmlns:a16="http://schemas.microsoft.com/office/drawing/2014/main" val="2663896417"/>
                    </a:ext>
                  </a:extLst>
                </a:gridCol>
                <a:gridCol w="1263472">
                  <a:extLst>
                    <a:ext uri="{9D8B030D-6E8A-4147-A177-3AD203B41FA5}">
                      <a16:colId xmlns:a16="http://schemas.microsoft.com/office/drawing/2014/main" val="2335139896"/>
                    </a:ext>
                  </a:extLst>
                </a:gridCol>
                <a:gridCol w="2701528">
                  <a:extLst>
                    <a:ext uri="{9D8B030D-6E8A-4147-A177-3AD203B41FA5}">
                      <a16:colId xmlns:a16="http://schemas.microsoft.com/office/drawing/2014/main" val="1740380025"/>
                    </a:ext>
                  </a:extLst>
                </a:gridCol>
                <a:gridCol w="1132513">
                  <a:extLst>
                    <a:ext uri="{9D8B030D-6E8A-4147-A177-3AD203B41FA5}">
                      <a16:colId xmlns:a16="http://schemas.microsoft.com/office/drawing/2014/main" val="121045921"/>
                    </a:ext>
                  </a:extLst>
                </a:gridCol>
                <a:gridCol w="1038473">
                  <a:extLst>
                    <a:ext uri="{9D8B030D-6E8A-4147-A177-3AD203B41FA5}">
                      <a16:colId xmlns:a16="http://schemas.microsoft.com/office/drawing/2014/main" val="3869204460"/>
                    </a:ext>
                  </a:extLst>
                </a:gridCol>
                <a:gridCol w="1071839">
                  <a:extLst>
                    <a:ext uri="{9D8B030D-6E8A-4147-A177-3AD203B41FA5}">
                      <a16:colId xmlns:a16="http://schemas.microsoft.com/office/drawing/2014/main" val="1870700420"/>
                    </a:ext>
                  </a:extLst>
                </a:gridCol>
              </a:tblGrid>
              <a:tr h="213187">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WBS</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Work Package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a:solidFill>
                            <a:srgbClr val="FFFFFF"/>
                          </a:solidFill>
                          <a:effectLst/>
                          <a:latin typeface="Arial" panose="020B0604020202020204" pitchFamily="34" charset="0"/>
                        </a:rPr>
                        <a:t>Key Output</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Responsible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Accountable</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tc>
                  <a:txBody>
                    <a:bodyPr/>
                    <a:lstStyle/>
                    <a:p>
                      <a:pPr marL="0" marR="0" indent="0" algn="ctr" rtl="0" fontAlgn="base">
                        <a:lnSpc>
                          <a:spcPts val="1050"/>
                        </a:lnSpc>
                        <a:buNone/>
                      </a:pPr>
                      <a:r>
                        <a:rPr lang="en-US" sz="1100" b="1" i="0" u="none" strike="noStrike">
                          <a:solidFill>
                            <a:srgbClr val="FFFFFF"/>
                          </a:solidFill>
                          <a:effectLst/>
                          <a:latin typeface="Arial" panose="020B0604020202020204" pitchFamily="34" charset="0"/>
                        </a:rPr>
                        <a:t>Support</a:t>
                      </a:r>
                      <a:endParaRPr lang="en-US" sz="9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solidFill>
                      <a:srgbClr val="1E3765"/>
                    </a:solidFill>
                  </a:tcPr>
                </a:tc>
                <a:extLst>
                  <a:ext uri="{0D108BD9-81ED-4DB2-BD59-A6C34878D82A}">
                    <a16:rowId xmlns:a16="http://schemas.microsoft.com/office/drawing/2014/main" val="162172890"/>
                  </a:ext>
                </a:extLst>
              </a:tr>
              <a:tr h="426374">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1</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Project Initiation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Confirm scope, schedule, roles, and communication process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Streetscape Committee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004840054"/>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2</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Existing Conditions Review</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Review policies, development plans, transit plans, City data, streetscape assets, traffic, parking, trees, furniture, and land use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Working Group / City BIA Office</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7299666"/>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3</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Stakeholder Engagement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Conduct BIA, City staff, resident/community, and BIA member engagement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Engagement Lead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City Staff / Residents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414052694"/>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4</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Preliminary Assessment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Prepare issues, opportunities, constraints, existing conditions mapping, and redevelopment inventory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 City Staff Working Group</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2461125"/>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5</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Design Concept Development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Develop concepts for gateways, sidewalks, lighting, signage, landscaping, street furniture, and public art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Design Team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Streetscape Committee / City Staff</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3127301"/>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6</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Concept Review and Refinement</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Present design concepts to BIA, City staff, and community stakeholders; revise based on feedback</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City Staff / Community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60900687"/>
                  </a:ext>
                </a:extLst>
              </a:tr>
              <a:tr h="549799">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7</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Costing and Implementation Strategy</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Prepare capital cost estimates, funding strategy, phased implementation plan, priority projects, and maintenance implications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 / Cost Lead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Working Group / BIA Board</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05871669"/>
                  </a:ext>
                </a:extLst>
              </a:tr>
              <a:tr h="437595">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8</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Draft Streetscape Master Plan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Compile draft plan with design concepts, implementation strategy, and cost estimates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Team / City Staff</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09101298"/>
                  </a:ext>
                </a:extLst>
              </a:tr>
              <a:tr h="549799">
                <a:tc>
                  <a:txBody>
                    <a:bodyPr/>
                    <a:lstStyle/>
                    <a:p>
                      <a:pPr marL="0" marR="0" indent="0" algn="ctr" rtl="0" fontAlgn="base">
                        <a:lnSpc>
                          <a:spcPts val="975"/>
                        </a:lnSpc>
                        <a:buNone/>
                      </a:pPr>
                      <a:r>
                        <a:rPr lang="en-US" sz="800" b="1" i="0">
                          <a:solidFill>
                            <a:srgbClr val="000000"/>
                          </a:solidFill>
                          <a:effectLst/>
                          <a:latin typeface="Arial" panose="020B0604020202020204" pitchFamily="34" charset="0"/>
                        </a:rPr>
                        <a:t>9</a:t>
                      </a:r>
                      <a:endParaRPr lang="en-US" sz="800" b="1" i="0">
                        <a:solidFill>
                          <a:srgbClr val="FFFFFF"/>
                        </a:solidFill>
                        <a:effectLst/>
                        <a:latin typeface="Segoe UI" panose="020B0502040204020203" pitchFamily="34" charset="0"/>
                      </a:endParaRPr>
                    </a:p>
                  </a:txBody>
                  <a:tcPr marL="54864" marR="54864" anchor="ctr">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Final Streetscape Master Plan</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Final report, AODA-compliant PDF, ten printed copies, and final presentation materials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Consultant PM</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BIA Board / BIA Executive Director</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tc>
                  <a:txBody>
                    <a:bodyPr/>
                    <a:lstStyle/>
                    <a:p>
                      <a:pPr marL="0" marR="0" indent="0" algn="l" rtl="0" fontAlgn="base">
                        <a:lnSpc>
                          <a:spcPts val="975"/>
                        </a:lnSpc>
                        <a:buNone/>
                      </a:pPr>
                      <a:r>
                        <a:rPr lang="en-US" sz="800" b="0" i="0">
                          <a:solidFill>
                            <a:srgbClr val="000000"/>
                          </a:solidFill>
                          <a:effectLst/>
                          <a:latin typeface="Arial" panose="020B0604020202020204" pitchFamily="34" charset="0"/>
                        </a:rPr>
                        <a:t>City Staff / Stakeholders</a:t>
                      </a:r>
                      <a:endParaRPr lang="en-US" sz="800" b="0" i="0">
                        <a:solidFill>
                          <a:srgbClr val="000000"/>
                        </a:solidFill>
                        <a:effectLst/>
                        <a:latin typeface="Segoe UI" panose="020B0502040204020203" pitchFamily="34" charset="0"/>
                      </a:endParaRPr>
                    </a:p>
                  </a:txBody>
                  <a:tcPr marL="54864" marR="54864">
                    <a:lnL w="10154" cap="flat" cmpd="sng" algn="ctr">
                      <a:solidFill>
                        <a:srgbClr val="000000"/>
                      </a:solidFill>
                      <a:prstDash val="solid"/>
                      <a:round/>
                      <a:headEnd type="none" w="med" len="med"/>
                      <a:tailEnd type="none" w="med" len="med"/>
                    </a:lnL>
                    <a:lnR w="10154" cap="flat" cmpd="sng" algn="ctr">
                      <a:solidFill>
                        <a:srgbClr val="000000"/>
                      </a:solidFill>
                      <a:prstDash val="solid"/>
                      <a:round/>
                      <a:headEnd type="none" w="med" len="med"/>
                      <a:tailEnd type="none" w="med" len="med"/>
                    </a:lnR>
                    <a:lnT w="10154" cap="flat" cmpd="sng" algn="ctr">
                      <a:solidFill>
                        <a:srgbClr val="000000"/>
                      </a:solidFill>
                      <a:prstDash val="solid"/>
                      <a:round/>
                      <a:headEnd type="none" w="med" len="med"/>
                      <a:tailEnd type="none" w="med" len="med"/>
                    </a:lnT>
                    <a:lnB w="1015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28584048"/>
                  </a:ext>
                </a:extLst>
              </a:tr>
            </a:tbl>
          </a:graphicData>
        </a:graphic>
      </p:graphicFrame>
      <p:pic>
        <p:nvPicPr>
          <p:cNvPr id="2" name="Picture 1">
            <a:extLst>
              <a:ext uri="{FF2B5EF4-FFF2-40B4-BE49-F238E27FC236}">
                <a16:creationId xmlns:a16="http://schemas.microsoft.com/office/drawing/2014/main" id="{ECED534E-B292-C30B-E667-BC621CF15F5C}"/>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E3AA27DE-7A8B-4648-CD10-1F7F59AADD32}"/>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2-WBS Template.xlsx</a:t>
            </a:r>
            <a:r>
              <a:rPr lang="en-CA" sz="1200"/>
              <a:t> </a:t>
            </a:r>
          </a:p>
        </p:txBody>
      </p:sp>
    </p:spTree>
    <p:extLst>
      <p:ext uri="{BB962C8B-B14F-4D97-AF65-F5344CB8AC3E}">
        <p14:creationId xmlns:p14="http://schemas.microsoft.com/office/powerpoint/2010/main" val="5296437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708F66-96BF-EDA7-F7FD-B92C2CECDFF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A075103-8104-FCAD-CCD3-0D91D183B465}"/>
              </a:ext>
            </a:extLst>
          </p:cNvPr>
          <p:cNvSpPr>
            <a:spLocks noGrp="1"/>
          </p:cNvSpPr>
          <p:nvPr>
            <p:ph type="sldNum" sz="quarter" idx="12"/>
          </p:nvPr>
        </p:nvSpPr>
        <p:spPr/>
        <p:txBody>
          <a:bodyPr/>
          <a:lstStyle/>
          <a:p>
            <a:fld id="{E4ECB127-6B1D-4440-BB59-CB7FB51359B3}" type="slidenum">
              <a:rPr lang="en-CA" smtClean="0"/>
              <a:pPr/>
              <a:t>17</a:t>
            </a:fld>
            <a:endParaRPr lang="en-CA"/>
          </a:p>
        </p:txBody>
      </p:sp>
      <p:sp>
        <p:nvSpPr>
          <p:cNvPr id="4" name="Text Placeholder 3">
            <a:extLst>
              <a:ext uri="{FF2B5EF4-FFF2-40B4-BE49-F238E27FC236}">
                <a16:creationId xmlns:a16="http://schemas.microsoft.com/office/drawing/2014/main" id="{29F3F1FA-25AA-C5B1-7E80-898A25E0B18D}"/>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ea typeface="+mn-lt"/>
                <a:cs typeface="+mn-lt"/>
              </a:rPr>
              <a:t>WBS Definition and Example</a:t>
            </a:r>
            <a:endParaRPr lang="en-US"/>
          </a:p>
        </p:txBody>
      </p:sp>
      <p:sp>
        <p:nvSpPr>
          <p:cNvPr id="5" name="Title 4">
            <a:extLst>
              <a:ext uri="{FF2B5EF4-FFF2-40B4-BE49-F238E27FC236}">
                <a16:creationId xmlns:a16="http://schemas.microsoft.com/office/drawing/2014/main" id="{6706472B-6276-87F3-FBF3-D85AACFB8C94}"/>
              </a:ext>
            </a:extLst>
          </p:cNvPr>
          <p:cNvSpPr>
            <a:spLocks noGrp="1"/>
          </p:cNvSpPr>
          <p:nvPr>
            <p:ph type="title"/>
          </p:nvPr>
        </p:nvSpPr>
        <p:spPr>
          <a:xfrm>
            <a:off x="381001" y="441326"/>
            <a:ext cx="8570912" cy="494924"/>
          </a:xfrm>
        </p:spPr>
        <p:txBody>
          <a:bodyPr/>
          <a:lstStyle/>
          <a:p>
            <a:r>
              <a:rPr lang="en-CA"/>
              <a:t>Work Breakdown Structure Template </a:t>
            </a:r>
          </a:p>
        </p:txBody>
      </p:sp>
      <p:sp>
        <p:nvSpPr>
          <p:cNvPr id="7" name="Content Placeholder 4">
            <a:extLst>
              <a:ext uri="{FF2B5EF4-FFF2-40B4-BE49-F238E27FC236}">
                <a16:creationId xmlns:a16="http://schemas.microsoft.com/office/drawing/2014/main" id="{B32A39C2-EAED-AE1D-6ED5-FDF19E91E02B}"/>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Font typeface="Arial" panose="020B0604020202020204" pitchFamily="34" charset="0"/>
              <a:buNone/>
            </a:pPr>
            <a:r>
              <a:rPr lang="en-CA" b="1">
                <a:solidFill>
                  <a:srgbClr val="FF0000"/>
                </a:solidFill>
              </a:rPr>
              <a:t>A Guide to the Project Management Body of Knowledge (</a:t>
            </a:r>
            <a:r>
              <a:rPr lang="en-CA" b="1" i="1">
                <a:solidFill>
                  <a:srgbClr val="FF0000"/>
                </a:solidFill>
              </a:rPr>
              <a:t>PMBOK® Guide—Third Edition</a:t>
            </a:r>
            <a:r>
              <a:rPr lang="en-CA" b="1">
                <a:solidFill>
                  <a:srgbClr val="FF0000"/>
                </a:solidFill>
              </a:rPr>
              <a:t>) (2004)</a:t>
            </a:r>
          </a:p>
          <a:p>
            <a:pPr marL="0" indent="0">
              <a:buFont typeface="Arial" panose="020B0604020202020204" pitchFamily="34" charset="0"/>
              <a:buNone/>
            </a:pPr>
            <a:r>
              <a:rPr lang="en-CA"/>
              <a:t>A deliverable-oriented hierarchical decomposition of the work to be executed by the project team to accomplish the project objectives and create the required deliverables. It organizes and defines the total scope of the project. Each descending level represents an increasingly detailed definition of the project work. The WBS is decomposed into work packages. The deliverable orientation of the hierarchy includes both internal and external deliverables.</a:t>
            </a:r>
          </a:p>
        </p:txBody>
      </p:sp>
      <p:graphicFrame>
        <p:nvGraphicFramePr>
          <p:cNvPr id="9" name="Table 8">
            <a:extLst>
              <a:ext uri="{FF2B5EF4-FFF2-40B4-BE49-F238E27FC236}">
                <a16:creationId xmlns:a16="http://schemas.microsoft.com/office/drawing/2014/main" id="{17C1D4EA-2865-C0FC-6132-B2374A84A1F2}"/>
              </a:ext>
            </a:extLst>
          </p:cNvPr>
          <p:cNvGraphicFramePr>
            <a:graphicFrameLocks noGrp="1"/>
          </p:cNvGraphicFramePr>
          <p:nvPr>
            <p:extLst>
              <p:ext uri="{D42A27DB-BD31-4B8C-83A1-F6EECF244321}">
                <p14:modId xmlns:p14="http://schemas.microsoft.com/office/powerpoint/2010/main" val="138307171"/>
              </p:ext>
            </p:extLst>
          </p:nvPr>
        </p:nvGraphicFramePr>
        <p:xfrm>
          <a:off x="381001" y="1592264"/>
          <a:ext cx="7143749" cy="4217698"/>
        </p:xfrm>
        <a:graphic>
          <a:graphicData uri="http://schemas.openxmlformats.org/drawingml/2006/table">
            <a:tbl>
              <a:tblPr firstRow="1" firstCol="1" bandRow="1">
                <a:tableStyleId>{69012ECD-51FC-41F1-AA8D-1B2483CD663E}</a:tableStyleId>
              </a:tblPr>
              <a:tblGrid>
                <a:gridCol w="644109">
                  <a:extLst>
                    <a:ext uri="{9D8B030D-6E8A-4147-A177-3AD203B41FA5}">
                      <a16:colId xmlns:a16="http://schemas.microsoft.com/office/drawing/2014/main" val="1632924389"/>
                    </a:ext>
                  </a:extLst>
                </a:gridCol>
                <a:gridCol w="634349">
                  <a:extLst>
                    <a:ext uri="{9D8B030D-6E8A-4147-A177-3AD203B41FA5}">
                      <a16:colId xmlns:a16="http://schemas.microsoft.com/office/drawing/2014/main" val="1309720701"/>
                    </a:ext>
                  </a:extLst>
                </a:gridCol>
                <a:gridCol w="1122310">
                  <a:extLst>
                    <a:ext uri="{9D8B030D-6E8A-4147-A177-3AD203B41FA5}">
                      <a16:colId xmlns:a16="http://schemas.microsoft.com/office/drawing/2014/main" val="902118761"/>
                    </a:ext>
                  </a:extLst>
                </a:gridCol>
                <a:gridCol w="4742981">
                  <a:extLst>
                    <a:ext uri="{9D8B030D-6E8A-4147-A177-3AD203B41FA5}">
                      <a16:colId xmlns:a16="http://schemas.microsoft.com/office/drawing/2014/main" val="4083567650"/>
                    </a:ext>
                  </a:extLst>
                </a:gridCol>
              </a:tblGrid>
              <a:tr h="423564">
                <a:tc>
                  <a:txBody>
                    <a:bodyPr/>
                    <a:lstStyle/>
                    <a:p>
                      <a:pPr marL="0" marR="0" algn="ctr">
                        <a:lnSpc>
                          <a:spcPct val="115000"/>
                        </a:lnSpc>
                        <a:spcAft>
                          <a:spcPts val="800"/>
                        </a:spcAft>
                        <a:buNone/>
                      </a:pPr>
                      <a:r>
                        <a:rPr lang="en-CA" sz="800" kern="0">
                          <a:effectLst/>
                        </a:rPr>
                        <a:t>WBS Level</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WBS Code</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WBS Element Title</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tc>
                  <a:txBody>
                    <a:bodyPr/>
                    <a:lstStyle/>
                    <a:p>
                      <a:pPr marL="0" marR="0" algn="ctr">
                        <a:lnSpc>
                          <a:spcPct val="115000"/>
                        </a:lnSpc>
                        <a:spcAft>
                          <a:spcPts val="800"/>
                        </a:spcAft>
                        <a:buNone/>
                      </a:pPr>
                      <a:r>
                        <a:rPr lang="en-CA" sz="800" kern="0">
                          <a:effectLst/>
                        </a:rPr>
                        <a:t>Description</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solidFill>
                      <a:srgbClr val="1E3765"/>
                    </a:solidFill>
                  </a:tcPr>
                </a:tc>
                <a:extLst>
                  <a:ext uri="{0D108BD9-81ED-4DB2-BD59-A6C34878D82A}">
                    <a16:rowId xmlns:a16="http://schemas.microsoft.com/office/drawing/2014/main" val="1600039666"/>
                  </a:ext>
                </a:extLst>
              </a:tr>
              <a:tr h="423564">
                <a:tc>
                  <a:txBody>
                    <a:bodyPr/>
                    <a:lstStyle/>
                    <a:p>
                      <a:pPr marL="0" marR="0" algn="ctr">
                        <a:lnSpc>
                          <a:spcPct val="115000"/>
                        </a:lnSpc>
                        <a:spcAft>
                          <a:spcPts val="800"/>
                        </a:spcAft>
                        <a:buNone/>
                      </a:pPr>
                      <a:r>
                        <a:rPr lang="en-CA" sz="800" kern="0">
                          <a:effectLst/>
                        </a:rPr>
                        <a:t>1</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Name</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Entire project scope including all other project deliverables. Represents 100% of the project scope.</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958523894"/>
                  </a:ext>
                </a:extLst>
              </a:tr>
              <a:tr h="423564">
                <a:tc>
                  <a:txBody>
                    <a:bodyPr/>
                    <a:lstStyle/>
                    <a:p>
                      <a:pPr marL="0" marR="0" algn="ctr">
                        <a:lnSpc>
                          <a:spcPct val="115000"/>
                        </a:lnSpc>
                        <a:spcAft>
                          <a:spcPts val="800"/>
                        </a:spcAft>
                        <a:buNone/>
                      </a:pPr>
                      <a:r>
                        <a:rPr lang="en-CA" sz="800" kern="0">
                          <a:effectLst/>
                        </a:rPr>
                        <a:t>2</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err="1">
                          <a:effectLst/>
                        </a:rPr>
                        <a:t>x.n</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Management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2484143968"/>
                  </a:ext>
                </a:extLst>
              </a:tr>
              <a:tr h="205535">
                <a:tc>
                  <a:txBody>
                    <a:bodyPr/>
                    <a:lstStyle/>
                    <a:p>
                      <a:pPr marL="0" marR="0" algn="ctr">
                        <a:lnSpc>
                          <a:spcPct val="115000"/>
                        </a:lnSpc>
                        <a:spcAft>
                          <a:spcPts val="800"/>
                        </a:spcAft>
                        <a:buNone/>
                      </a:pPr>
                      <a:r>
                        <a:rPr lang="en-CA" sz="800" kern="0">
                          <a:effectLst/>
                        </a:rPr>
                        <a:t>3</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Initiating</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This level represents the summary level for the Initiating process group.</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1579072860"/>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x.n.1.1</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Charter</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A document issued by the project initiator or sponsor that formally authorizes the existence of a project and provides the project manager with the authority to apply organizational resources to project activities.</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475482972"/>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x.n.1.2</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Contract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A contract is a mutually binding agreement that obligates the seller to provide the specified product or service or result and obligates the buyer to pay for it.</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738871076"/>
                  </a:ext>
                </a:extLst>
              </a:tr>
              <a:tr h="585216">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x.n.1.3</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Project Statement of Work</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130622998"/>
                  </a:ext>
                </a:extLst>
              </a:tr>
              <a:tr h="780288">
                <a:tc>
                  <a:txBody>
                    <a:bodyPr/>
                    <a:lstStyle/>
                    <a:p>
                      <a:pPr marL="0" marR="0" algn="ctr">
                        <a:lnSpc>
                          <a:spcPct val="115000"/>
                        </a:lnSpc>
                        <a:spcAft>
                          <a:spcPts val="800"/>
                        </a:spcAft>
                        <a:buNone/>
                      </a:pPr>
                      <a:r>
                        <a:rPr lang="en-CA" sz="800" kern="0">
                          <a:effectLst/>
                        </a:rPr>
                        <a:t>4</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x.n.1.4</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Organizational Process Assets</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Any or all process related assets, from any or all of the organizations involved in the project that are or can be used to influence the project’s success. The process assets include formal and informal plans, policies, procedures, and guidelines. </a:t>
                      </a:r>
                      <a:endParaRPr lang="en-US" sz="800"/>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917853836"/>
                  </a:ext>
                </a:extLst>
              </a:tr>
              <a:tr h="205535">
                <a:tc>
                  <a:txBody>
                    <a:bodyPr/>
                    <a:lstStyle/>
                    <a:p>
                      <a:pPr marL="0" marR="0" algn="ctr">
                        <a:lnSpc>
                          <a:spcPct val="115000"/>
                        </a:lnSpc>
                        <a:spcAft>
                          <a:spcPts val="800"/>
                        </a:spcAft>
                        <a:buNone/>
                      </a:pPr>
                      <a:r>
                        <a:rPr lang="en-CA" sz="800" kern="0">
                          <a:effectLst/>
                        </a:rPr>
                        <a:t>3</a:t>
                      </a:r>
                      <a:endParaRPr lang="en-CA" sz="800" kern="100">
                        <a:effectLst/>
                      </a:endParaRPr>
                    </a:p>
                  </a:txBody>
                  <a:tcPr marL="68580" marR="68580" marT="0" marB="0" anchor="ctr">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x.n.2</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Planning</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tc>
                  <a:txBody>
                    <a:bodyPr/>
                    <a:lstStyle/>
                    <a:p>
                      <a:pPr marL="0" marR="0">
                        <a:lnSpc>
                          <a:spcPct val="115000"/>
                        </a:lnSpc>
                        <a:spcAft>
                          <a:spcPts val="800"/>
                        </a:spcAft>
                        <a:buNone/>
                      </a:pPr>
                      <a:r>
                        <a:rPr lang="en-CA" sz="800" kern="0">
                          <a:effectLst/>
                        </a:rPr>
                        <a:t>This level represents the summary level for the Planning process group.</a:t>
                      </a:r>
                      <a:endParaRPr lang="en-CA" sz="800" kern="100">
                        <a:effectLst/>
                      </a:endParaRPr>
                    </a:p>
                  </a:txBody>
                  <a:tcPr marL="68580" marR="68580" marT="0" marB="0">
                    <a:lnL w="12700">
                      <a:solidFill>
                        <a:srgbClr val="1E3765"/>
                      </a:solidFill>
                    </a:lnL>
                    <a:lnR w="12700">
                      <a:solidFill>
                        <a:srgbClr val="1E3765"/>
                      </a:solidFill>
                    </a:lnR>
                    <a:lnT w="12700">
                      <a:solidFill>
                        <a:srgbClr val="1E3765"/>
                      </a:solidFill>
                    </a:lnT>
                    <a:lnB w="12700">
                      <a:solidFill>
                        <a:srgbClr val="1E3765"/>
                      </a:solidFill>
                    </a:lnB>
                  </a:tcPr>
                </a:tc>
                <a:extLst>
                  <a:ext uri="{0D108BD9-81ED-4DB2-BD59-A6C34878D82A}">
                    <a16:rowId xmlns:a16="http://schemas.microsoft.com/office/drawing/2014/main" val="3170448758"/>
                  </a:ext>
                </a:extLst>
              </a:tr>
            </a:tbl>
          </a:graphicData>
        </a:graphic>
      </p:graphicFrame>
      <p:pic>
        <p:nvPicPr>
          <p:cNvPr id="2" name="Picture 1">
            <a:extLst>
              <a:ext uri="{FF2B5EF4-FFF2-40B4-BE49-F238E27FC236}">
                <a16:creationId xmlns:a16="http://schemas.microsoft.com/office/drawing/2014/main" id="{4889098C-2060-5999-421D-35D6B8711D06}"/>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8" name="Text Placeholder 3">
            <a:extLst>
              <a:ext uri="{FF2B5EF4-FFF2-40B4-BE49-F238E27FC236}">
                <a16:creationId xmlns:a16="http://schemas.microsoft.com/office/drawing/2014/main" id="{D12A82F6-E0D8-1592-CFAA-1A202E640FAC}"/>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2-WBS Template.xlsx</a:t>
            </a:r>
            <a:r>
              <a:rPr lang="en-CA" sz="1200"/>
              <a:t> </a:t>
            </a:r>
          </a:p>
        </p:txBody>
      </p:sp>
    </p:spTree>
    <p:extLst>
      <p:ext uri="{BB962C8B-B14F-4D97-AF65-F5344CB8AC3E}">
        <p14:creationId xmlns:p14="http://schemas.microsoft.com/office/powerpoint/2010/main" val="19565845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91DCE-9B00-B0B5-6329-34DF66BCB9A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A2E7AE7-4C29-2EFA-7493-05C0AD526584}"/>
              </a:ext>
            </a:extLst>
          </p:cNvPr>
          <p:cNvSpPr>
            <a:spLocks noGrp="1"/>
          </p:cNvSpPr>
          <p:nvPr>
            <p:ph type="sldNum" sz="quarter" idx="12"/>
          </p:nvPr>
        </p:nvSpPr>
        <p:spPr/>
        <p:txBody>
          <a:bodyPr/>
          <a:lstStyle/>
          <a:p>
            <a:fld id="{E4ECB127-6B1D-4440-BB59-CB7FB51359B3}" type="slidenum">
              <a:rPr lang="en-CA" smtClean="0"/>
              <a:pPr/>
              <a:t>18</a:t>
            </a:fld>
            <a:endParaRPr lang="en-CA"/>
          </a:p>
        </p:txBody>
      </p:sp>
      <p:sp>
        <p:nvSpPr>
          <p:cNvPr id="4" name="Text Placeholder 3">
            <a:extLst>
              <a:ext uri="{FF2B5EF4-FFF2-40B4-BE49-F238E27FC236}">
                <a16:creationId xmlns:a16="http://schemas.microsoft.com/office/drawing/2014/main" id="{F9E0EAAE-A620-1747-7B55-3A54DD420905}"/>
              </a:ext>
            </a:extLst>
          </p:cNvPr>
          <p:cNvSpPr>
            <a:spLocks noGrp="1"/>
          </p:cNvSpPr>
          <p:nvPr>
            <p:ph type="body" sz="quarter" idx="13"/>
          </p:nvPr>
        </p:nvSpPr>
        <p:spPr>
          <a:xfrm>
            <a:off x="381001" y="923593"/>
            <a:ext cx="11212901" cy="392219"/>
          </a:xfrm>
        </p:spPr>
        <p:txBody>
          <a:bodyPr>
            <a:normAutofit/>
          </a:bodyPr>
          <a:lstStyle/>
          <a:p>
            <a:r>
              <a:rPr lang="en-CA" sz="1200"/>
              <a:t>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0F91FA09-7B3C-469C-3629-B5BEC4016673}"/>
              </a:ext>
            </a:extLst>
          </p:cNvPr>
          <p:cNvSpPr>
            <a:spLocks noGrp="1"/>
          </p:cNvSpPr>
          <p:nvPr>
            <p:ph type="title"/>
          </p:nvPr>
        </p:nvSpPr>
        <p:spPr>
          <a:xfrm>
            <a:off x="381001" y="441326"/>
            <a:ext cx="8570912" cy="494924"/>
          </a:xfrm>
        </p:spPr>
        <p:txBody>
          <a:bodyPr/>
          <a:lstStyle/>
          <a:p>
            <a:r>
              <a:rPr lang="en-CA"/>
              <a:t>RAID Log Template (1/4)</a:t>
            </a:r>
          </a:p>
        </p:txBody>
      </p:sp>
      <p:graphicFrame>
        <p:nvGraphicFramePr>
          <p:cNvPr id="7" name="Table 6">
            <a:extLst>
              <a:ext uri="{FF2B5EF4-FFF2-40B4-BE49-F238E27FC236}">
                <a16:creationId xmlns:a16="http://schemas.microsoft.com/office/drawing/2014/main" id="{3A9EA363-DAD2-3BFC-5A30-7D46B156521E}"/>
              </a:ext>
            </a:extLst>
          </p:cNvPr>
          <p:cNvGraphicFramePr>
            <a:graphicFrameLocks noGrp="1"/>
          </p:cNvGraphicFramePr>
          <p:nvPr>
            <p:extLst>
              <p:ext uri="{D42A27DB-BD31-4B8C-83A1-F6EECF244321}">
                <p14:modId xmlns:p14="http://schemas.microsoft.com/office/powerpoint/2010/main" val="91468625"/>
              </p:ext>
            </p:extLst>
          </p:nvPr>
        </p:nvGraphicFramePr>
        <p:xfrm>
          <a:off x="218270" y="1405049"/>
          <a:ext cx="11755460"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955216">
                  <a:extLst>
                    <a:ext uri="{9D8B030D-6E8A-4147-A177-3AD203B41FA5}">
                      <a16:colId xmlns:a16="http://schemas.microsoft.com/office/drawing/2014/main" val="677377649"/>
                    </a:ext>
                  </a:extLst>
                </a:gridCol>
                <a:gridCol w="530675">
                  <a:extLst>
                    <a:ext uri="{9D8B030D-6E8A-4147-A177-3AD203B41FA5}">
                      <a16:colId xmlns:a16="http://schemas.microsoft.com/office/drawing/2014/main" val="1929107922"/>
                    </a:ext>
                  </a:extLst>
                </a:gridCol>
                <a:gridCol w="1086168">
                  <a:extLst>
                    <a:ext uri="{9D8B030D-6E8A-4147-A177-3AD203B41FA5}">
                      <a16:colId xmlns:a16="http://schemas.microsoft.com/office/drawing/2014/main" val="17725559"/>
                    </a:ext>
                  </a:extLst>
                </a:gridCol>
                <a:gridCol w="743268">
                  <a:extLst>
                    <a:ext uri="{9D8B030D-6E8A-4147-A177-3AD203B41FA5}">
                      <a16:colId xmlns:a16="http://schemas.microsoft.com/office/drawing/2014/main" val="4169420471"/>
                    </a:ext>
                  </a:extLst>
                </a:gridCol>
                <a:gridCol w="1154430">
                  <a:extLst>
                    <a:ext uri="{9D8B030D-6E8A-4147-A177-3AD203B41FA5}">
                      <a16:colId xmlns:a16="http://schemas.microsoft.com/office/drawing/2014/main" val="1822517753"/>
                    </a:ext>
                  </a:extLst>
                </a:gridCol>
                <a:gridCol w="650708">
                  <a:extLst>
                    <a:ext uri="{9D8B030D-6E8A-4147-A177-3AD203B41FA5}">
                      <a16:colId xmlns:a16="http://schemas.microsoft.com/office/drawing/2014/main" val="571991489"/>
                    </a:ext>
                  </a:extLst>
                </a:gridCol>
                <a:gridCol w="957532">
                  <a:extLst>
                    <a:ext uri="{9D8B030D-6E8A-4147-A177-3AD203B41FA5}">
                      <a16:colId xmlns:a16="http://schemas.microsoft.com/office/drawing/2014/main" val="3420320736"/>
                    </a:ext>
                  </a:extLst>
                </a:gridCol>
                <a:gridCol w="1406106">
                  <a:extLst>
                    <a:ext uri="{9D8B030D-6E8A-4147-A177-3AD203B41FA5}">
                      <a16:colId xmlns:a16="http://schemas.microsoft.com/office/drawing/2014/main" val="3077971098"/>
                    </a:ext>
                  </a:extLst>
                </a:gridCol>
                <a:gridCol w="706460">
                  <a:extLst>
                    <a:ext uri="{9D8B030D-6E8A-4147-A177-3AD203B41FA5}">
                      <a16:colId xmlns:a16="http://schemas.microsoft.com/office/drawing/2014/main" val="1032000429"/>
                    </a:ext>
                  </a:extLst>
                </a:gridCol>
              </a:tblGrid>
              <a:tr h="641649">
                <a:tc gridSpan="13">
                  <a:txBody>
                    <a:bodyPr/>
                    <a:lstStyle/>
                    <a:p>
                      <a:pPr>
                        <a:buNone/>
                      </a:pPr>
                      <a:r>
                        <a:rPr lang="en-US" sz="800">
                          <a:solidFill>
                            <a:srgbClr val="FFFFFF"/>
                          </a:solidFill>
                          <a:effectLst/>
                        </a:rPr>
                        <a:t>Risks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Status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Mitigation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Probability</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Impact</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Risk Rating</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Risk Appetite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R1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 Moderate, Low</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Aggressive, Moderate, Low</a:t>
                      </a:r>
                    </a:p>
                    <a:p>
                      <a:pPr>
                        <a:buNone/>
                      </a:pPr>
                      <a:endParaRPr lang="en-US" sz="800">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graphicFrame>
        <p:nvGraphicFramePr>
          <p:cNvPr id="8" name="Table 7">
            <a:extLst>
              <a:ext uri="{FF2B5EF4-FFF2-40B4-BE49-F238E27FC236}">
                <a16:creationId xmlns:a16="http://schemas.microsoft.com/office/drawing/2014/main" id="{9BF6CCD3-2B32-0F6B-6A38-5A5F8A496149}"/>
              </a:ext>
            </a:extLst>
          </p:cNvPr>
          <p:cNvGraphicFramePr>
            <a:graphicFrameLocks noGrp="1"/>
          </p:cNvGraphicFramePr>
          <p:nvPr>
            <p:extLst>
              <p:ext uri="{D42A27DB-BD31-4B8C-83A1-F6EECF244321}">
                <p14:modId xmlns:p14="http://schemas.microsoft.com/office/powerpoint/2010/main" val="1436283913"/>
              </p:ext>
            </p:extLst>
          </p:nvPr>
        </p:nvGraphicFramePr>
        <p:xfrm>
          <a:off x="2302658" y="3782290"/>
          <a:ext cx="7586684"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955216">
                  <a:extLst>
                    <a:ext uri="{9D8B030D-6E8A-4147-A177-3AD203B41FA5}">
                      <a16:colId xmlns:a16="http://schemas.microsoft.com/office/drawing/2014/main" val="677377649"/>
                    </a:ext>
                  </a:extLst>
                </a:gridCol>
                <a:gridCol w="530675">
                  <a:extLst>
                    <a:ext uri="{9D8B030D-6E8A-4147-A177-3AD203B41FA5}">
                      <a16:colId xmlns:a16="http://schemas.microsoft.com/office/drawing/2014/main" val="1929107922"/>
                    </a:ext>
                  </a:extLst>
                </a:gridCol>
                <a:gridCol w="1086168">
                  <a:extLst>
                    <a:ext uri="{9D8B030D-6E8A-4147-A177-3AD203B41FA5}">
                      <a16:colId xmlns:a16="http://schemas.microsoft.com/office/drawing/2014/main" val="17725559"/>
                    </a:ext>
                  </a:extLst>
                </a:gridCol>
                <a:gridCol w="743268">
                  <a:extLst>
                    <a:ext uri="{9D8B030D-6E8A-4147-A177-3AD203B41FA5}">
                      <a16:colId xmlns:a16="http://schemas.microsoft.com/office/drawing/2014/main" val="4169420471"/>
                    </a:ext>
                  </a:extLst>
                </a:gridCol>
                <a:gridCol w="706460">
                  <a:extLst>
                    <a:ext uri="{9D8B030D-6E8A-4147-A177-3AD203B41FA5}">
                      <a16:colId xmlns:a16="http://schemas.microsoft.com/office/drawing/2014/main" val="1032000429"/>
                    </a:ext>
                  </a:extLst>
                </a:gridCol>
              </a:tblGrid>
              <a:tr h="641649">
                <a:tc gridSpan="9">
                  <a:txBody>
                    <a:bodyPr/>
                    <a:lstStyle/>
                    <a:p>
                      <a:pPr>
                        <a:buNone/>
                      </a:pPr>
                      <a:r>
                        <a:rPr lang="en-US" sz="800">
                          <a:solidFill>
                            <a:srgbClr val="FFFFFF"/>
                          </a:solidFill>
                          <a:effectLst/>
                        </a:rPr>
                        <a:t>Actions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Status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Mitigation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A1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pic>
        <p:nvPicPr>
          <p:cNvPr id="9" name="Picture 8">
            <a:extLst>
              <a:ext uri="{FF2B5EF4-FFF2-40B4-BE49-F238E27FC236}">
                <a16:creationId xmlns:a16="http://schemas.microsoft.com/office/drawing/2014/main" id="{E61BE341-72EC-3348-7B1C-F7DC1A7769CE}"/>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10" name="Text Placeholder 3">
            <a:extLst>
              <a:ext uri="{FF2B5EF4-FFF2-40B4-BE49-F238E27FC236}">
                <a16:creationId xmlns:a16="http://schemas.microsoft.com/office/drawing/2014/main" id="{9669E97A-9E29-CA34-791F-98A4AC8264B6}"/>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2-RAID Log-Template.xlsx</a:t>
            </a:r>
            <a:r>
              <a:rPr lang="en-CA" sz="1200"/>
              <a:t> </a:t>
            </a:r>
          </a:p>
        </p:txBody>
      </p:sp>
    </p:spTree>
    <p:extLst>
      <p:ext uri="{BB962C8B-B14F-4D97-AF65-F5344CB8AC3E}">
        <p14:creationId xmlns:p14="http://schemas.microsoft.com/office/powerpoint/2010/main" val="34305046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5D54C-38B4-C789-7446-A663E1E9D8D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B0B879F-A21C-D3DF-33BB-6EFAFB2D2B06}"/>
              </a:ext>
            </a:extLst>
          </p:cNvPr>
          <p:cNvSpPr>
            <a:spLocks noGrp="1"/>
          </p:cNvSpPr>
          <p:nvPr>
            <p:ph type="sldNum" sz="quarter" idx="12"/>
          </p:nvPr>
        </p:nvSpPr>
        <p:spPr/>
        <p:txBody>
          <a:bodyPr/>
          <a:lstStyle/>
          <a:p>
            <a:fld id="{E4ECB127-6B1D-4440-BB59-CB7FB51359B3}" type="slidenum">
              <a:rPr lang="en-CA" smtClean="0"/>
              <a:pPr/>
              <a:t>19</a:t>
            </a:fld>
            <a:endParaRPr lang="en-CA"/>
          </a:p>
        </p:txBody>
      </p:sp>
      <p:sp>
        <p:nvSpPr>
          <p:cNvPr id="4" name="Text Placeholder 3">
            <a:extLst>
              <a:ext uri="{FF2B5EF4-FFF2-40B4-BE49-F238E27FC236}">
                <a16:creationId xmlns:a16="http://schemas.microsoft.com/office/drawing/2014/main" id="{F1B358B4-18C8-8315-5F8F-ED8CB7EE42C8}"/>
              </a:ext>
            </a:extLst>
          </p:cNvPr>
          <p:cNvSpPr>
            <a:spLocks noGrp="1"/>
          </p:cNvSpPr>
          <p:nvPr>
            <p:ph type="body" sz="quarter" idx="13"/>
          </p:nvPr>
        </p:nvSpPr>
        <p:spPr>
          <a:xfrm>
            <a:off x="381001" y="923593"/>
            <a:ext cx="11212901" cy="392219"/>
          </a:xfrm>
        </p:spPr>
        <p:txBody>
          <a:bodyPr>
            <a:normAutofit/>
          </a:bodyPr>
          <a:lstStyle/>
          <a:p>
            <a:r>
              <a:rPr lang="en-CA" sz="1200"/>
              <a:t>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E1876E0C-9B66-1758-79CF-2423BCDEFF20}"/>
              </a:ext>
            </a:extLst>
          </p:cNvPr>
          <p:cNvSpPr>
            <a:spLocks noGrp="1"/>
          </p:cNvSpPr>
          <p:nvPr>
            <p:ph type="title"/>
          </p:nvPr>
        </p:nvSpPr>
        <p:spPr>
          <a:xfrm>
            <a:off x="381001" y="441326"/>
            <a:ext cx="8570912" cy="494924"/>
          </a:xfrm>
        </p:spPr>
        <p:txBody>
          <a:bodyPr/>
          <a:lstStyle/>
          <a:p>
            <a:r>
              <a:rPr lang="en-CA"/>
              <a:t>RAID Log Template (2/4)</a:t>
            </a:r>
          </a:p>
        </p:txBody>
      </p:sp>
      <p:graphicFrame>
        <p:nvGraphicFramePr>
          <p:cNvPr id="7" name="Table 6">
            <a:extLst>
              <a:ext uri="{FF2B5EF4-FFF2-40B4-BE49-F238E27FC236}">
                <a16:creationId xmlns:a16="http://schemas.microsoft.com/office/drawing/2014/main" id="{3D955A85-F8F3-6C4C-0DE4-FC31A11E329E}"/>
              </a:ext>
            </a:extLst>
          </p:cNvPr>
          <p:cNvGraphicFramePr>
            <a:graphicFrameLocks noGrp="1"/>
          </p:cNvGraphicFramePr>
          <p:nvPr>
            <p:extLst>
              <p:ext uri="{D42A27DB-BD31-4B8C-83A1-F6EECF244321}">
                <p14:modId xmlns:p14="http://schemas.microsoft.com/office/powerpoint/2010/main" val="610358625"/>
              </p:ext>
            </p:extLst>
          </p:nvPr>
        </p:nvGraphicFramePr>
        <p:xfrm>
          <a:off x="381001" y="1315812"/>
          <a:ext cx="8027044"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092570">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632143">
                  <a:extLst>
                    <a:ext uri="{9D8B030D-6E8A-4147-A177-3AD203B41FA5}">
                      <a16:colId xmlns:a16="http://schemas.microsoft.com/office/drawing/2014/main" val="1929107922"/>
                    </a:ext>
                  </a:extLst>
                </a:gridCol>
                <a:gridCol w="1416368">
                  <a:extLst>
                    <a:ext uri="{9D8B030D-6E8A-4147-A177-3AD203B41FA5}">
                      <a16:colId xmlns:a16="http://schemas.microsoft.com/office/drawing/2014/main" val="17725559"/>
                    </a:ext>
                  </a:extLst>
                </a:gridCol>
                <a:gridCol w="905193">
                  <a:extLst>
                    <a:ext uri="{9D8B030D-6E8A-4147-A177-3AD203B41FA5}">
                      <a16:colId xmlns:a16="http://schemas.microsoft.com/office/drawing/2014/main" val="4169420471"/>
                    </a:ext>
                  </a:extLst>
                </a:gridCol>
                <a:gridCol w="1508443">
                  <a:extLst>
                    <a:ext uri="{9D8B030D-6E8A-4147-A177-3AD203B41FA5}">
                      <a16:colId xmlns:a16="http://schemas.microsoft.com/office/drawing/2014/main" val="1032000429"/>
                    </a:ext>
                  </a:extLst>
                </a:gridCol>
              </a:tblGrid>
              <a:tr h="641649">
                <a:tc gridSpan="8">
                  <a:txBody>
                    <a:bodyPr/>
                    <a:lstStyle/>
                    <a:p>
                      <a:pPr>
                        <a:buNone/>
                      </a:pPr>
                      <a:r>
                        <a:rPr lang="en-US" sz="800">
                          <a:solidFill>
                            <a:srgbClr val="FFFFFF"/>
                          </a:solidFill>
                          <a:effectLst/>
                        </a:rPr>
                        <a:t>Issues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Resolution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WBS Links</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I1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Moderate, Low</a:t>
                      </a:r>
                    </a:p>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graphicFrame>
        <p:nvGraphicFramePr>
          <p:cNvPr id="8" name="Table 7">
            <a:extLst>
              <a:ext uri="{FF2B5EF4-FFF2-40B4-BE49-F238E27FC236}">
                <a16:creationId xmlns:a16="http://schemas.microsoft.com/office/drawing/2014/main" id="{1CB6565D-5924-0872-30B5-4509488445B5}"/>
              </a:ext>
            </a:extLst>
          </p:cNvPr>
          <p:cNvGraphicFramePr>
            <a:graphicFrameLocks noGrp="1"/>
          </p:cNvGraphicFramePr>
          <p:nvPr>
            <p:extLst>
              <p:ext uri="{D42A27DB-BD31-4B8C-83A1-F6EECF244321}">
                <p14:modId xmlns:p14="http://schemas.microsoft.com/office/powerpoint/2010/main" val="1983568353"/>
              </p:ext>
            </p:extLst>
          </p:nvPr>
        </p:nvGraphicFramePr>
        <p:xfrm>
          <a:off x="381001" y="3725191"/>
          <a:ext cx="7718699" cy="2040733"/>
        </p:xfrm>
        <a:graphic>
          <a:graphicData uri="http://schemas.openxmlformats.org/drawingml/2006/table">
            <a:tbl>
              <a:tblPr firstRow="1" bandRow="1">
                <a:tableStyleId>{5C22544A-7EE6-4342-B048-85BDC9FD1C3A}</a:tableStyleId>
              </a:tblPr>
              <a:tblGrid>
                <a:gridCol w="948974">
                  <a:extLst>
                    <a:ext uri="{9D8B030D-6E8A-4147-A177-3AD203B41FA5}">
                      <a16:colId xmlns:a16="http://schemas.microsoft.com/office/drawing/2014/main" val="2935566680"/>
                    </a:ext>
                  </a:extLst>
                </a:gridCol>
                <a:gridCol w="668027">
                  <a:extLst>
                    <a:ext uri="{9D8B030D-6E8A-4147-A177-3AD203B41FA5}">
                      <a16:colId xmlns:a16="http://schemas.microsoft.com/office/drawing/2014/main" val="290819366"/>
                    </a:ext>
                  </a:extLst>
                </a:gridCol>
                <a:gridCol w="1689418">
                  <a:extLst>
                    <a:ext uri="{9D8B030D-6E8A-4147-A177-3AD203B41FA5}">
                      <a16:colId xmlns:a16="http://schemas.microsoft.com/office/drawing/2014/main" val="1842331847"/>
                    </a:ext>
                  </a:extLst>
                </a:gridCol>
                <a:gridCol w="855326">
                  <a:extLst>
                    <a:ext uri="{9D8B030D-6E8A-4147-A177-3AD203B41FA5}">
                      <a16:colId xmlns:a16="http://schemas.microsoft.com/office/drawing/2014/main" val="3945158560"/>
                    </a:ext>
                  </a:extLst>
                </a:gridCol>
                <a:gridCol w="632143">
                  <a:extLst>
                    <a:ext uri="{9D8B030D-6E8A-4147-A177-3AD203B41FA5}">
                      <a16:colId xmlns:a16="http://schemas.microsoft.com/office/drawing/2014/main" val="1929107922"/>
                    </a:ext>
                  </a:extLst>
                </a:gridCol>
                <a:gridCol w="1416368">
                  <a:extLst>
                    <a:ext uri="{9D8B030D-6E8A-4147-A177-3AD203B41FA5}">
                      <a16:colId xmlns:a16="http://schemas.microsoft.com/office/drawing/2014/main" val="17725559"/>
                    </a:ext>
                  </a:extLst>
                </a:gridCol>
                <a:gridCol w="1508443">
                  <a:extLst>
                    <a:ext uri="{9D8B030D-6E8A-4147-A177-3AD203B41FA5}">
                      <a16:colId xmlns:a16="http://schemas.microsoft.com/office/drawing/2014/main" val="1032000429"/>
                    </a:ext>
                  </a:extLst>
                </a:gridCol>
              </a:tblGrid>
              <a:tr h="641649">
                <a:tc gridSpan="7">
                  <a:txBody>
                    <a:bodyPr/>
                    <a:lstStyle/>
                    <a:p>
                      <a:pPr>
                        <a:buNone/>
                      </a:pPr>
                      <a:r>
                        <a:rPr lang="en-US" sz="800">
                          <a:solidFill>
                            <a:srgbClr val="FFFFFF"/>
                          </a:solidFill>
                          <a:effectLst/>
                        </a:rPr>
                        <a:t>Decisions</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ID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Title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Description/Justification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Resolution</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Owner</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Owner Side</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Priority</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D1</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endParaRPr lang="en-US" sz="800">
                        <a:effectLst/>
                      </a:endParaRP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Client or consultant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 Moderate, Low</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3909263875"/>
                  </a:ext>
                </a:extLst>
              </a:tr>
            </a:tbl>
          </a:graphicData>
        </a:graphic>
      </p:graphicFrame>
      <p:sp>
        <p:nvSpPr>
          <p:cNvPr id="2" name="Content Placeholder 4">
            <a:extLst>
              <a:ext uri="{FF2B5EF4-FFF2-40B4-BE49-F238E27FC236}">
                <a16:creationId xmlns:a16="http://schemas.microsoft.com/office/drawing/2014/main" id="{9264EDAE-D16B-5CF0-5F26-B3CFD0DA1E00}"/>
              </a:ext>
            </a:extLst>
          </p:cNvPr>
          <p:cNvSpPr txBox="1">
            <a:spLocks/>
          </p:cNvSpPr>
          <p:nvPr/>
        </p:nvSpPr>
        <p:spPr>
          <a:xfrm>
            <a:off x="8517419" y="1733194"/>
            <a:ext cx="3571875" cy="4176712"/>
          </a:xfrm>
          <a:prstGeom prst="rect">
            <a:avLst/>
          </a:prstGeom>
        </p:spPr>
        <p:txBody>
          <a:bodyPr vert="horz" lIns="91440" tIns="45720" rIns="91440" bIns="45720" rtlCol="0" anchor="t">
            <a:normAutofit fontScale="92500" lnSpcReduction="20000"/>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rgbClr val="FF0000"/>
                </a:solidFill>
                <a:ea typeface="+mn-lt"/>
                <a:cs typeface="+mn-lt"/>
              </a:rPr>
              <a:t>University of Waterloo, </a:t>
            </a:r>
            <a:r>
              <a:rPr lang="en-CA" i="1">
                <a:solidFill>
                  <a:srgbClr val="FF0000"/>
                </a:solidFill>
                <a:ea typeface="+mn-lt"/>
                <a:cs typeface="+mn-lt"/>
              </a:rPr>
              <a:t>VPAF Project Management Office</a:t>
            </a:r>
          </a:p>
          <a:p>
            <a:pPr marL="0" indent="0">
              <a:buNone/>
            </a:pPr>
            <a:r>
              <a:rPr lang="en-CA" sz="1500"/>
              <a:t>A RAID (Risks, Actions, Issues, and Decisions) log is a project and program management tool used to track and manage key information throughout a project's lifecycle. It helps teams identify potential risks before they occur, monitor actions that need to be completed, document issues that have arisen, and maintain a record of important decisions. By providing a centralized and continuously updated source of information, the RAID log supports project governance, accountability, stakeholder communication, audit readiness, and effective oversight. The level of detail included should be appropriate for the project's size and complexity to ensure the log remains practical and valuable.</a:t>
            </a:r>
          </a:p>
        </p:txBody>
      </p:sp>
      <p:pic>
        <p:nvPicPr>
          <p:cNvPr id="9" name="Picture 8">
            <a:extLst>
              <a:ext uri="{FF2B5EF4-FFF2-40B4-BE49-F238E27FC236}">
                <a16:creationId xmlns:a16="http://schemas.microsoft.com/office/drawing/2014/main" id="{7EB6A507-C14D-9E0F-2A50-17D1F070691D}"/>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10" name="Text Placeholder 3">
            <a:extLst>
              <a:ext uri="{FF2B5EF4-FFF2-40B4-BE49-F238E27FC236}">
                <a16:creationId xmlns:a16="http://schemas.microsoft.com/office/drawing/2014/main" id="{303A0F54-A107-D700-3319-71BE42435A52}"/>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2-RAID Log-Template.xlsx</a:t>
            </a:r>
            <a:r>
              <a:rPr lang="en-CA" sz="1200"/>
              <a:t> </a:t>
            </a:r>
          </a:p>
        </p:txBody>
      </p:sp>
    </p:spTree>
    <p:extLst>
      <p:ext uri="{BB962C8B-B14F-4D97-AF65-F5344CB8AC3E}">
        <p14:creationId xmlns:p14="http://schemas.microsoft.com/office/powerpoint/2010/main" val="5837111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C7B92-8809-1934-BBC5-4D1777C6BE2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3CDCFB5-478D-17A3-C28C-475E758BE4CA}"/>
              </a:ext>
            </a:extLst>
          </p:cNvPr>
          <p:cNvSpPr>
            <a:spLocks noGrp="1"/>
          </p:cNvSpPr>
          <p:nvPr>
            <p:ph type="sldNum" sz="quarter" idx="12"/>
          </p:nvPr>
        </p:nvSpPr>
        <p:spPr/>
        <p:txBody>
          <a:bodyPr/>
          <a:lstStyle/>
          <a:p>
            <a:fld id="{E4ECB127-6B1D-4440-BB59-CB7FB51359B3}" type="slidenum">
              <a:rPr lang="en-CA" smtClean="0"/>
              <a:pPr/>
              <a:t>20</a:t>
            </a:fld>
            <a:endParaRPr lang="en-CA"/>
          </a:p>
        </p:txBody>
      </p:sp>
      <p:sp>
        <p:nvSpPr>
          <p:cNvPr id="4" name="Text Placeholder 3">
            <a:extLst>
              <a:ext uri="{FF2B5EF4-FFF2-40B4-BE49-F238E27FC236}">
                <a16:creationId xmlns:a16="http://schemas.microsoft.com/office/drawing/2014/main" id="{19B1B550-3D33-B82B-10ED-538A5E983DEB}"/>
              </a:ext>
            </a:extLst>
          </p:cNvPr>
          <p:cNvSpPr>
            <a:spLocks noGrp="1"/>
          </p:cNvSpPr>
          <p:nvPr>
            <p:ph type="body" sz="quarter" idx="13"/>
          </p:nvPr>
        </p:nvSpPr>
        <p:spPr>
          <a:xfrm>
            <a:off x="381001" y="923593"/>
            <a:ext cx="11212901" cy="392219"/>
          </a:xfrm>
        </p:spPr>
        <p:txBody>
          <a:bodyPr>
            <a:normAutofit/>
          </a:bodyPr>
          <a:lstStyle/>
          <a:p>
            <a:r>
              <a:rPr lang="en-CA" sz="1200"/>
              <a:t>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A25CC9EB-A954-D9DC-DDEB-38DC5C149366}"/>
              </a:ext>
            </a:extLst>
          </p:cNvPr>
          <p:cNvSpPr>
            <a:spLocks noGrp="1"/>
          </p:cNvSpPr>
          <p:nvPr>
            <p:ph type="title"/>
          </p:nvPr>
        </p:nvSpPr>
        <p:spPr>
          <a:xfrm>
            <a:off x="381001" y="441326"/>
            <a:ext cx="8570912" cy="494924"/>
          </a:xfrm>
        </p:spPr>
        <p:txBody>
          <a:bodyPr/>
          <a:lstStyle/>
          <a:p>
            <a:r>
              <a:rPr lang="en-CA"/>
              <a:t>RAID Log Template (3/4)</a:t>
            </a:r>
          </a:p>
        </p:txBody>
      </p:sp>
      <p:graphicFrame>
        <p:nvGraphicFramePr>
          <p:cNvPr id="7" name="Table 6">
            <a:extLst>
              <a:ext uri="{FF2B5EF4-FFF2-40B4-BE49-F238E27FC236}">
                <a16:creationId xmlns:a16="http://schemas.microsoft.com/office/drawing/2014/main" id="{245949A0-DAC9-CE5F-CA90-C688E5342AD0}"/>
              </a:ext>
            </a:extLst>
          </p:cNvPr>
          <p:cNvGraphicFramePr>
            <a:graphicFrameLocks noGrp="1"/>
          </p:cNvGraphicFramePr>
          <p:nvPr>
            <p:extLst>
              <p:ext uri="{D42A27DB-BD31-4B8C-83A1-F6EECF244321}">
                <p14:modId xmlns:p14="http://schemas.microsoft.com/office/powerpoint/2010/main" val="270298614"/>
              </p:ext>
            </p:extLst>
          </p:nvPr>
        </p:nvGraphicFramePr>
        <p:xfrm>
          <a:off x="218269" y="1405049"/>
          <a:ext cx="11444644" cy="4378563"/>
        </p:xfrm>
        <a:graphic>
          <a:graphicData uri="http://schemas.openxmlformats.org/drawingml/2006/table">
            <a:tbl>
              <a:tblPr firstRow="1" bandRow="1">
                <a:tableStyleId>{5C22544A-7EE6-4342-B048-85BDC9FD1C3A}</a:tableStyleId>
              </a:tblPr>
              <a:tblGrid>
                <a:gridCol w="2899867">
                  <a:extLst>
                    <a:ext uri="{9D8B030D-6E8A-4147-A177-3AD203B41FA5}">
                      <a16:colId xmlns:a16="http://schemas.microsoft.com/office/drawing/2014/main" val="2935566680"/>
                    </a:ext>
                  </a:extLst>
                </a:gridCol>
                <a:gridCol w="5206109">
                  <a:extLst>
                    <a:ext uri="{9D8B030D-6E8A-4147-A177-3AD203B41FA5}">
                      <a16:colId xmlns:a16="http://schemas.microsoft.com/office/drawing/2014/main" val="290819366"/>
                    </a:ext>
                  </a:extLst>
                </a:gridCol>
                <a:gridCol w="3338668">
                  <a:extLst>
                    <a:ext uri="{9D8B030D-6E8A-4147-A177-3AD203B41FA5}">
                      <a16:colId xmlns:a16="http://schemas.microsoft.com/office/drawing/2014/main" val="1842331847"/>
                    </a:ext>
                  </a:extLst>
                </a:gridCol>
              </a:tblGrid>
              <a:tr h="641649">
                <a:tc gridSpan="3">
                  <a:txBody>
                    <a:bodyPr/>
                    <a:lstStyle/>
                    <a:p>
                      <a:pPr>
                        <a:buNone/>
                      </a:pPr>
                      <a:r>
                        <a:rPr lang="en-CA" sz="800" b="0" i="0" kern="1200">
                          <a:solidFill>
                            <a:schemeClr val="lt1"/>
                          </a:solidFill>
                          <a:effectLst/>
                          <a:latin typeface="+mn-lt"/>
                          <a:ea typeface="+mn-ea"/>
                          <a:cs typeface="+mn-cs"/>
                        </a:rPr>
                        <a:t>Institutional risk management planning, monitoring and reporting requirements</a:t>
                      </a: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extLst>
                  <a:ext uri="{0D108BD9-81ED-4DB2-BD59-A6C34878D82A}">
                    <a16:rowId xmlns:a16="http://schemas.microsoft.com/office/drawing/2014/main" val="406783703"/>
                  </a:ext>
                </a:extLst>
              </a:tr>
              <a:tr h="641649">
                <a:tc>
                  <a:txBody>
                    <a:bodyPr/>
                    <a:lstStyle/>
                    <a:p>
                      <a:pPr>
                        <a:buNone/>
                      </a:pPr>
                      <a:r>
                        <a:rPr lang="en-US" sz="800">
                          <a:solidFill>
                            <a:srgbClr val="FFFFFF"/>
                          </a:solidFill>
                          <a:effectLst/>
                        </a:rPr>
                        <a:t>Risk Appetite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Risk Rating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Required Action </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High, Moderate,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Very 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Monitor closely: Ensure the project's sponsor or governance is aware of risk and agrees with the plan to manage risk. If the risk has an institutional impact, ensure this is communicated so that the risk can be further escalated. In addition, speak to your director about the escalation plan to track and keep abreast of decisions that may affect the project.	</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2686700"/>
                  </a:ext>
                </a:extLst>
              </a:tr>
              <a:tr h="757435">
                <a:tc>
                  <a:txBody>
                    <a:bodyPr/>
                    <a:lstStyle/>
                    <a:p>
                      <a:pPr>
                        <a:buNone/>
                      </a:pPr>
                      <a:r>
                        <a:rPr lang="en-US" sz="800">
                          <a:effectLst/>
                        </a:rPr>
                        <a:t>Moderate,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Monitor: Ensure the project's sponsor or governance is aware of risk and agrees with the plan to manage risk. If the risk has an institutional impact, ensure this is communicated so that the risk can be further escalated. Track when the risk is escalated.</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8612935"/>
                  </a:ext>
                </a:extLst>
              </a:tr>
              <a:tr h="757435">
                <a:tc>
                  <a:txBody>
                    <a:bodyPr/>
                    <a:lstStyle/>
                    <a:p>
                      <a:pPr>
                        <a:buNone/>
                      </a:pPr>
                      <a:r>
                        <a:rPr lang="en-US" sz="800">
                          <a:effectLst/>
                        </a:rPr>
                        <a:t>Low, moderate</a:t>
                      </a:r>
                    </a:p>
                    <a:p>
                      <a:pPr>
                        <a:buNone/>
                      </a:pPr>
                      <a:endParaRPr lang="en-US" sz="800">
                        <a:effectLst/>
                      </a:endParaRPr>
                    </a:p>
                    <a:p>
                      <a:pPr>
                        <a:buNone/>
                      </a:pPr>
                      <a:endParaRPr lang="en-US" sz="800">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Medium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Stay informed: Report the risk up to the project’s sponsor or governance team to determine if the management plan for the risk is acceptable.</a:t>
                      </a:r>
                    </a:p>
                  </a:txBody>
                  <a:tcPr anchor="ctr">
                    <a:lnL w="12700" cap="flat" cmpd="sng" algn="ctr">
                      <a:solidFill>
                        <a:schemeClr val="tx1"/>
                      </a:solidFill>
                      <a:prstDash val="solid"/>
                      <a:round/>
                      <a:headEnd type="none" w="med" len="med"/>
                      <a:tailEnd type="none" w="med" len="med"/>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01123"/>
                  </a:ext>
                </a:extLst>
              </a:tr>
              <a:tr h="757435">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Low  - Very Low</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Respond as required: Requires no attention above routine practices and procedures, and monitoring.</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909263875"/>
                  </a:ext>
                </a:extLst>
              </a:tr>
            </a:tbl>
          </a:graphicData>
        </a:graphic>
      </p:graphicFrame>
      <p:pic>
        <p:nvPicPr>
          <p:cNvPr id="2" name="Picture 1">
            <a:extLst>
              <a:ext uri="{FF2B5EF4-FFF2-40B4-BE49-F238E27FC236}">
                <a16:creationId xmlns:a16="http://schemas.microsoft.com/office/drawing/2014/main" id="{7DAF89A7-47D2-216B-F5EE-02CD24C81845}"/>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68CFB318-C9AC-546F-11ED-E9F3EA95204C}"/>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2-RAID Log-Template.xlsx</a:t>
            </a:r>
            <a:r>
              <a:rPr lang="en-CA" sz="1200"/>
              <a:t> </a:t>
            </a:r>
          </a:p>
        </p:txBody>
      </p:sp>
    </p:spTree>
    <p:extLst>
      <p:ext uri="{BB962C8B-B14F-4D97-AF65-F5344CB8AC3E}">
        <p14:creationId xmlns:p14="http://schemas.microsoft.com/office/powerpoint/2010/main" val="41873566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BA8F3-BA1D-F725-C8F1-6CCC5C7129B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2B37825-63C3-7A1A-748F-2FDEE98E4A3F}"/>
              </a:ext>
            </a:extLst>
          </p:cNvPr>
          <p:cNvSpPr>
            <a:spLocks noGrp="1"/>
          </p:cNvSpPr>
          <p:nvPr>
            <p:ph type="sldNum" sz="quarter" idx="12"/>
          </p:nvPr>
        </p:nvSpPr>
        <p:spPr/>
        <p:txBody>
          <a:bodyPr/>
          <a:lstStyle/>
          <a:p>
            <a:fld id="{E4ECB127-6B1D-4440-BB59-CB7FB51359B3}" type="slidenum">
              <a:rPr lang="en-CA" smtClean="0"/>
              <a:pPr/>
              <a:t>21</a:t>
            </a:fld>
            <a:endParaRPr lang="en-CA"/>
          </a:p>
        </p:txBody>
      </p:sp>
      <p:sp>
        <p:nvSpPr>
          <p:cNvPr id="4" name="Text Placeholder 3">
            <a:extLst>
              <a:ext uri="{FF2B5EF4-FFF2-40B4-BE49-F238E27FC236}">
                <a16:creationId xmlns:a16="http://schemas.microsoft.com/office/drawing/2014/main" id="{2521935D-D5E8-D8EB-FACD-55F35B8558FD}"/>
              </a:ext>
            </a:extLst>
          </p:cNvPr>
          <p:cNvSpPr>
            <a:spLocks noGrp="1"/>
          </p:cNvSpPr>
          <p:nvPr>
            <p:ph type="body" sz="quarter" idx="13"/>
          </p:nvPr>
        </p:nvSpPr>
        <p:spPr>
          <a:xfrm>
            <a:off x="381001" y="923593"/>
            <a:ext cx="11212901" cy="392219"/>
          </a:xfrm>
        </p:spPr>
        <p:txBody>
          <a:bodyPr>
            <a:normAutofit/>
          </a:bodyPr>
          <a:lstStyle/>
          <a:p>
            <a:r>
              <a:rPr lang="en-CA" sz="1200"/>
              <a:t>Generic templates for the Risk, Actions, Issues, and Decisions Log, designed to keep track of these key metrics through a project's lifespan </a:t>
            </a:r>
          </a:p>
        </p:txBody>
      </p:sp>
      <p:sp>
        <p:nvSpPr>
          <p:cNvPr id="5" name="Title 4">
            <a:extLst>
              <a:ext uri="{FF2B5EF4-FFF2-40B4-BE49-F238E27FC236}">
                <a16:creationId xmlns:a16="http://schemas.microsoft.com/office/drawing/2014/main" id="{4D2359DA-B4C7-E124-B154-7ABA05018B47}"/>
              </a:ext>
            </a:extLst>
          </p:cNvPr>
          <p:cNvSpPr>
            <a:spLocks noGrp="1"/>
          </p:cNvSpPr>
          <p:nvPr>
            <p:ph type="title"/>
          </p:nvPr>
        </p:nvSpPr>
        <p:spPr>
          <a:xfrm>
            <a:off x="381001" y="441326"/>
            <a:ext cx="8570912" cy="494924"/>
          </a:xfrm>
        </p:spPr>
        <p:txBody>
          <a:bodyPr/>
          <a:lstStyle/>
          <a:p>
            <a:r>
              <a:rPr lang="en-CA"/>
              <a:t>RAID Log Template (4/4)</a:t>
            </a:r>
          </a:p>
        </p:txBody>
      </p:sp>
      <p:graphicFrame>
        <p:nvGraphicFramePr>
          <p:cNvPr id="7" name="Table 6">
            <a:extLst>
              <a:ext uri="{FF2B5EF4-FFF2-40B4-BE49-F238E27FC236}">
                <a16:creationId xmlns:a16="http://schemas.microsoft.com/office/drawing/2014/main" id="{3EC08A9B-08EA-B4DE-B1F4-12BED9F3E714}"/>
              </a:ext>
            </a:extLst>
          </p:cNvPr>
          <p:cNvGraphicFramePr>
            <a:graphicFrameLocks noGrp="1"/>
          </p:cNvGraphicFramePr>
          <p:nvPr>
            <p:extLst>
              <p:ext uri="{D42A27DB-BD31-4B8C-83A1-F6EECF244321}">
                <p14:modId xmlns:p14="http://schemas.microsoft.com/office/powerpoint/2010/main" val="2161624317"/>
              </p:ext>
            </p:extLst>
          </p:nvPr>
        </p:nvGraphicFramePr>
        <p:xfrm>
          <a:off x="265129" y="1366247"/>
          <a:ext cx="11444644" cy="4187368"/>
        </p:xfrm>
        <a:graphic>
          <a:graphicData uri="http://schemas.openxmlformats.org/drawingml/2006/table">
            <a:tbl>
              <a:tblPr firstRow="1" bandRow="1">
                <a:tableStyleId>{5C22544A-7EE6-4342-B048-85BDC9FD1C3A}</a:tableStyleId>
              </a:tblPr>
              <a:tblGrid>
                <a:gridCol w="1546456">
                  <a:extLst>
                    <a:ext uri="{9D8B030D-6E8A-4147-A177-3AD203B41FA5}">
                      <a16:colId xmlns:a16="http://schemas.microsoft.com/office/drawing/2014/main" val="2935566680"/>
                    </a:ext>
                  </a:extLst>
                </a:gridCol>
                <a:gridCol w="2776340">
                  <a:extLst>
                    <a:ext uri="{9D8B030D-6E8A-4147-A177-3AD203B41FA5}">
                      <a16:colId xmlns:a16="http://schemas.microsoft.com/office/drawing/2014/main" val="290819366"/>
                    </a:ext>
                  </a:extLst>
                </a:gridCol>
                <a:gridCol w="1780462">
                  <a:extLst>
                    <a:ext uri="{9D8B030D-6E8A-4147-A177-3AD203B41FA5}">
                      <a16:colId xmlns:a16="http://schemas.microsoft.com/office/drawing/2014/main" val="1842331847"/>
                    </a:ext>
                  </a:extLst>
                </a:gridCol>
                <a:gridCol w="1780462">
                  <a:extLst>
                    <a:ext uri="{9D8B030D-6E8A-4147-A177-3AD203B41FA5}">
                      <a16:colId xmlns:a16="http://schemas.microsoft.com/office/drawing/2014/main" val="1929388110"/>
                    </a:ext>
                  </a:extLst>
                </a:gridCol>
                <a:gridCol w="1780462">
                  <a:extLst>
                    <a:ext uri="{9D8B030D-6E8A-4147-A177-3AD203B41FA5}">
                      <a16:colId xmlns:a16="http://schemas.microsoft.com/office/drawing/2014/main" val="903745040"/>
                    </a:ext>
                  </a:extLst>
                </a:gridCol>
                <a:gridCol w="1780462">
                  <a:extLst>
                    <a:ext uri="{9D8B030D-6E8A-4147-A177-3AD203B41FA5}">
                      <a16:colId xmlns:a16="http://schemas.microsoft.com/office/drawing/2014/main" val="2918530446"/>
                    </a:ext>
                  </a:extLst>
                </a:gridCol>
              </a:tblGrid>
              <a:tr h="641649">
                <a:tc gridSpan="6">
                  <a:txBody>
                    <a:bodyPr/>
                    <a:lstStyle/>
                    <a:p>
                      <a:pPr>
                        <a:buNone/>
                      </a:pPr>
                      <a:r>
                        <a:rPr lang="en-US" sz="800">
                          <a:solidFill>
                            <a:srgbClr val="FFFFFF"/>
                          </a:solidFill>
                          <a:effectLst/>
                        </a:rPr>
                        <a:t>Risk Rating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1473557635"/>
                  </a:ext>
                </a:extLst>
              </a:tr>
              <a:tr h="641649">
                <a:tc rowSpan="2">
                  <a:txBody>
                    <a:bodyPr/>
                    <a:lstStyle/>
                    <a:p>
                      <a:pPr>
                        <a:buNone/>
                      </a:pPr>
                      <a:r>
                        <a:rPr lang="en-US" sz="800">
                          <a:solidFill>
                            <a:srgbClr val="FFFFFF"/>
                          </a:solidFill>
                          <a:effectLst/>
                        </a:rPr>
                        <a:t>Probability </a:t>
                      </a: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gridSpan="5">
                  <a:txBody>
                    <a:bodyPr/>
                    <a:lstStyle/>
                    <a:p>
                      <a:pPr>
                        <a:buNone/>
                      </a:pPr>
                      <a:r>
                        <a:rPr lang="en-US" sz="800">
                          <a:solidFill>
                            <a:srgbClr val="FFFFFF"/>
                          </a:solidFill>
                          <a:effectLst/>
                        </a:rPr>
                        <a:t>Impact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hMerge="1">
                  <a:txBody>
                    <a:bodyPr/>
                    <a:lstStyle/>
                    <a:p>
                      <a:pPr>
                        <a:buNone/>
                      </a:pPr>
                      <a:endParaRPr lang="en-US" sz="800">
                        <a:solidFill>
                          <a:srgbClr val="FFFFFF"/>
                        </a:solidFill>
                        <a:effectLst/>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1689550103"/>
                  </a:ext>
                </a:extLst>
              </a:tr>
              <a:tr h="641649">
                <a:tc vMerge="1">
                  <a:txBody>
                    <a:bodyPr/>
                    <a:lstStyle/>
                    <a:p>
                      <a:pPr>
                        <a:buNone/>
                      </a:pPr>
                      <a:endParaRPr lang="en-US" sz="800">
                        <a:solidFill>
                          <a:srgbClr val="FFFFFF"/>
                        </a:solidFill>
                        <a:effectLst/>
                      </a:endParaRPr>
                    </a:p>
                  </a:txBody>
                  <a:tcPr anchor="ctr">
                    <a:lnL w="12700">
                      <a:solidFill>
                        <a:schemeClr val="tx1"/>
                      </a:solid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Very Low</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Low</a:t>
                      </a:r>
                    </a:p>
                  </a:txBody>
                  <a:tcPr anchor="ctr">
                    <a:lnL>
                      <a:noFill/>
                    </a:lnL>
                    <a:lnR>
                      <a:noFill/>
                    </a:lnR>
                    <a:lnT w="12700" cap="flat" cmpd="sng" algn="ctr">
                      <a:solidFill>
                        <a:schemeClr val="tx1"/>
                      </a:solidFill>
                      <a:prstDash val="solid"/>
                      <a:round/>
                      <a:headEnd type="none" w="med" len="med"/>
                      <a:tailEnd type="none" w="med" len="med"/>
                    </a:lnT>
                    <a:lnB w="12700">
                      <a:solidFill>
                        <a:schemeClr val="tx1"/>
                      </a:solidFill>
                    </a:lnB>
                    <a:solidFill>
                      <a:srgbClr val="1E3765"/>
                    </a:solidFill>
                  </a:tcPr>
                </a:tc>
                <a:tc>
                  <a:txBody>
                    <a:bodyPr/>
                    <a:lstStyle/>
                    <a:p>
                      <a:pPr>
                        <a:buNone/>
                      </a:pPr>
                      <a:r>
                        <a:rPr lang="en-US" sz="800">
                          <a:solidFill>
                            <a:srgbClr val="FFFFFF"/>
                          </a:solidFill>
                          <a:effectLst/>
                        </a:rPr>
                        <a:t>Moderate</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High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solidFill>
                            <a:srgbClr val="FFFFFF"/>
                          </a:solidFill>
                          <a:effectLst/>
                        </a:rPr>
                        <a:t>Very High </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1E3765"/>
                    </a:solidFill>
                  </a:tcPr>
                </a:tc>
                <a:extLst>
                  <a:ext uri="{0D108BD9-81ED-4DB2-BD59-A6C34878D82A}">
                    <a16:rowId xmlns:a16="http://schemas.microsoft.com/office/drawing/2014/main" val="3740009374"/>
                  </a:ext>
                </a:extLst>
              </a:tr>
              <a:tr h="592647">
                <a:tc>
                  <a:txBody>
                    <a:bodyPr/>
                    <a:lstStyle/>
                    <a:p>
                      <a:pPr>
                        <a:buNone/>
                      </a:pPr>
                      <a:r>
                        <a:rPr lang="en-US" sz="800">
                          <a:solidFill>
                            <a:schemeClr val="bg1"/>
                          </a:solidFill>
                          <a:effectLst/>
                        </a:rPr>
                        <a:t>Very 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Very 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2686700"/>
                  </a:ext>
                </a:extLst>
              </a:tr>
              <a:tr h="537578">
                <a:tc>
                  <a:txBody>
                    <a:bodyPr/>
                    <a:lstStyle/>
                    <a:p>
                      <a:pPr>
                        <a:buNone/>
                      </a:pPr>
                      <a:r>
                        <a:rPr lang="en-US" sz="800">
                          <a:solidFill>
                            <a:schemeClr val="bg1"/>
                          </a:solidFill>
                          <a:effectLst/>
                        </a:rPr>
                        <a:t>Low</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8612935"/>
                  </a:ext>
                </a:extLst>
              </a:tr>
              <a:tr h="442751">
                <a:tc>
                  <a:txBody>
                    <a:bodyPr/>
                    <a:lstStyle/>
                    <a:p>
                      <a:pPr>
                        <a:buNone/>
                      </a:pPr>
                      <a:r>
                        <a:rPr lang="en-US" sz="800">
                          <a:solidFill>
                            <a:schemeClr val="bg1"/>
                          </a:solidFill>
                          <a:effectLst/>
                        </a:rPr>
                        <a:t>Moderate</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01123"/>
                  </a:ext>
                </a:extLst>
              </a:tr>
              <a:tr h="400934">
                <a:tc>
                  <a:txBody>
                    <a:bodyPr/>
                    <a:lstStyle/>
                    <a:p>
                      <a:pPr>
                        <a:buNone/>
                      </a:pPr>
                      <a:r>
                        <a:rPr lang="en-US" sz="800">
                          <a:solidFill>
                            <a:schemeClr val="bg1"/>
                          </a:solidFill>
                          <a:effectLst/>
                        </a:rPr>
                        <a:t>High </a:t>
                      </a:r>
                    </a:p>
                  </a:txBody>
                  <a:tcPr anchor="ctr">
                    <a:lnL w="12700">
                      <a:solidFill>
                        <a:schemeClr val="tx1"/>
                      </a:solidFill>
                    </a:lnL>
                    <a:lnR w="12700">
                      <a:solidFill>
                        <a:schemeClr val="tx1"/>
                      </a:solidFill>
                    </a:lnR>
                    <a:lnT w="12700">
                      <a:solidFill>
                        <a:schemeClr val="tx1"/>
                      </a:solidFill>
                    </a:lnT>
                    <a:lnB w="12700" cap="flat" cmpd="sng" algn="ctr">
                      <a:solidFill>
                        <a:schemeClr val="tx1"/>
                      </a:solidFill>
                      <a:prstDash val="solid"/>
                      <a:round/>
                      <a:headEnd type="none" w="med" len="med"/>
                      <a:tailEnd type="none" w="med" len="med"/>
                    </a:lnB>
                    <a:solidFill>
                      <a:srgbClr val="1E3765"/>
                    </a:solidFill>
                  </a:tcPr>
                </a:tc>
                <a:tc>
                  <a:txBody>
                    <a:bodyPr/>
                    <a:lstStyle/>
                    <a:p>
                      <a:pPr>
                        <a:buNone/>
                      </a:pPr>
                      <a:r>
                        <a:rPr lang="en-US" sz="800">
                          <a:effectLst/>
                        </a:rPr>
                        <a:t>Moderate</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Moderate</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High </a:t>
                      </a:r>
                    </a:p>
                  </a:txBody>
                  <a:tcPr anchor="ctr">
                    <a:lnL w="12700">
                      <a:solidFill>
                        <a:schemeClr val="tx1"/>
                      </a:solid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800">
                          <a:effectLst/>
                        </a:rPr>
                        <a:t>Very High </a:t>
                      </a:r>
                    </a:p>
                  </a:txBody>
                  <a:tcPr anchor="ctr">
                    <a:lnL w="12700">
                      <a:solidFill>
                        <a:schemeClr val="tx1"/>
                      </a:solidFill>
                    </a:lnL>
                    <a:lnR w="12700">
                      <a:solidFill>
                        <a:schemeClr val="tx1"/>
                      </a:solid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09263875"/>
                  </a:ext>
                </a:extLst>
              </a:tr>
              <a:tr h="288511">
                <a:tc>
                  <a:txBody>
                    <a:bodyPr/>
                    <a:lstStyle/>
                    <a:p>
                      <a:pPr>
                        <a:buNone/>
                      </a:pPr>
                      <a:r>
                        <a:rPr lang="en-US" sz="800">
                          <a:solidFill>
                            <a:schemeClr val="bg1"/>
                          </a:solidFill>
                          <a:effectLst/>
                        </a:rPr>
                        <a:t>Very High </a:t>
                      </a:r>
                    </a:p>
                  </a:txBody>
                  <a:tcPr anchor="ctr">
                    <a:lnL w="12700">
                      <a:solidFill>
                        <a:schemeClr val="tx1"/>
                      </a:solidFill>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solidFill>
                      <a:srgbClr val="1E376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a:effectLst/>
                        </a:rPr>
                        <a:t>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a:solidFill>
                        <a:schemeClr val="tx1"/>
                      </a:solidFill>
                    </a:lnT>
                    <a:lnB w="12700">
                      <a:solidFill>
                        <a:schemeClr val="tx1"/>
                      </a:solidFill>
                    </a:lnB>
                    <a:noFill/>
                  </a:tcPr>
                </a:tc>
                <a:tc>
                  <a:txBody>
                    <a:bodyPr/>
                    <a:lstStyle/>
                    <a:p>
                      <a:pPr>
                        <a:buNone/>
                      </a:pPr>
                      <a:r>
                        <a:rPr lang="en-US" sz="800">
                          <a:effectLst/>
                        </a:rPr>
                        <a:t>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Very High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a:solidFill>
                        <a:schemeClr val="tx1"/>
                      </a:solidFill>
                    </a:lnB>
                    <a:noFill/>
                  </a:tcPr>
                </a:tc>
                <a:tc>
                  <a:txBody>
                    <a:bodyPr/>
                    <a:lstStyle/>
                    <a:p>
                      <a:pPr>
                        <a:buNone/>
                      </a:pPr>
                      <a:r>
                        <a:rPr lang="en-US" sz="800">
                          <a:effectLst/>
                        </a:rPr>
                        <a:t>Very High </a:t>
                      </a:r>
                    </a:p>
                  </a:txBody>
                  <a:tcPr anchor="ctr">
                    <a:lnL w="12700" cap="flat" cmpd="sng" algn="ctr">
                      <a:solidFill>
                        <a:schemeClr val="tx1"/>
                      </a:solidFill>
                      <a:prstDash val="solid"/>
                      <a:round/>
                      <a:headEnd type="none" w="med" len="med"/>
                      <a:tailEnd type="none" w="med" len="med"/>
                    </a:lnL>
                    <a:lnR w="12700">
                      <a:solidFill>
                        <a:schemeClr val="tx1"/>
                      </a:solidFill>
                    </a:lnR>
                    <a:lnT w="12700" cap="flat" cmpd="sng" algn="ctr">
                      <a:solidFill>
                        <a:schemeClr val="tx1"/>
                      </a:solidFill>
                      <a:prstDash val="solid"/>
                      <a:round/>
                      <a:headEnd type="none" w="med" len="med"/>
                      <a:tailEnd type="none" w="med" len="med"/>
                    </a:lnT>
                    <a:lnB w="12700">
                      <a:solidFill>
                        <a:schemeClr val="tx1"/>
                      </a:solidFill>
                    </a:lnB>
                    <a:noFill/>
                  </a:tcPr>
                </a:tc>
                <a:extLst>
                  <a:ext uri="{0D108BD9-81ED-4DB2-BD59-A6C34878D82A}">
                    <a16:rowId xmlns:a16="http://schemas.microsoft.com/office/drawing/2014/main" val="1885303873"/>
                  </a:ext>
                </a:extLst>
              </a:tr>
            </a:tbl>
          </a:graphicData>
        </a:graphic>
      </p:graphicFrame>
      <p:pic>
        <p:nvPicPr>
          <p:cNvPr id="2" name="Picture 1">
            <a:extLst>
              <a:ext uri="{FF2B5EF4-FFF2-40B4-BE49-F238E27FC236}">
                <a16:creationId xmlns:a16="http://schemas.microsoft.com/office/drawing/2014/main" id="{C27B0F9F-BDAF-A58D-D098-DC4AA82461D6}"/>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8" name="Text Placeholder 3">
            <a:extLst>
              <a:ext uri="{FF2B5EF4-FFF2-40B4-BE49-F238E27FC236}">
                <a16:creationId xmlns:a16="http://schemas.microsoft.com/office/drawing/2014/main" id="{7DF35C85-F894-96B9-D702-4A6C0F5F0D81}"/>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2-RAID Log-Template.xlsx</a:t>
            </a:r>
            <a:endParaRPr lang="en-CA" sz="1200"/>
          </a:p>
        </p:txBody>
      </p:sp>
    </p:spTree>
    <p:extLst>
      <p:ext uri="{BB962C8B-B14F-4D97-AF65-F5344CB8AC3E}">
        <p14:creationId xmlns:p14="http://schemas.microsoft.com/office/powerpoint/2010/main" val="400557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72958-2E32-106F-CFD9-D08617FE1620}"/>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EF90162-9858-2E9D-BB2F-FF7C94237AEC}"/>
              </a:ext>
            </a:extLst>
          </p:cNvPr>
          <p:cNvSpPr>
            <a:spLocks noGrp="1"/>
          </p:cNvSpPr>
          <p:nvPr>
            <p:ph type="sldNum" sz="quarter" idx="12"/>
          </p:nvPr>
        </p:nvSpPr>
        <p:spPr/>
        <p:txBody>
          <a:bodyPr/>
          <a:lstStyle/>
          <a:p>
            <a:fld id="{E4ECB127-6B1D-4440-BB59-CB7FB51359B3}" type="slidenum">
              <a:rPr lang="en-CA" smtClean="0"/>
              <a:pPr/>
              <a:t>22</a:t>
            </a:fld>
            <a:endParaRPr lang="en-CA"/>
          </a:p>
        </p:txBody>
      </p:sp>
      <p:sp>
        <p:nvSpPr>
          <p:cNvPr id="4" name="Text Placeholder 3">
            <a:extLst>
              <a:ext uri="{FF2B5EF4-FFF2-40B4-BE49-F238E27FC236}">
                <a16:creationId xmlns:a16="http://schemas.microsoft.com/office/drawing/2014/main" id="{D67A1415-F0FF-6AA7-5A62-847B4D1F1248}"/>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t>Stakeholder map sample</a:t>
            </a:r>
            <a:endParaRPr lang="en-US"/>
          </a:p>
        </p:txBody>
      </p:sp>
      <p:sp>
        <p:nvSpPr>
          <p:cNvPr id="5" name="Title 4">
            <a:extLst>
              <a:ext uri="{FF2B5EF4-FFF2-40B4-BE49-F238E27FC236}">
                <a16:creationId xmlns:a16="http://schemas.microsoft.com/office/drawing/2014/main" id="{2BF62341-DE4F-0B82-F1D1-5FE97BDBD2CE}"/>
              </a:ext>
            </a:extLst>
          </p:cNvPr>
          <p:cNvSpPr>
            <a:spLocks noGrp="1"/>
          </p:cNvSpPr>
          <p:nvPr>
            <p:ph type="title"/>
          </p:nvPr>
        </p:nvSpPr>
        <p:spPr>
          <a:xfrm>
            <a:off x="381001" y="441326"/>
            <a:ext cx="8570912" cy="494924"/>
          </a:xfrm>
        </p:spPr>
        <p:txBody>
          <a:bodyPr/>
          <a:lstStyle/>
          <a:p>
            <a:r>
              <a:rPr lang="en-CA"/>
              <a:t>Stakeholder Map Template</a:t>
            </a:r>
          </a:p>
        </p:txBody>
      </p:sp>
      <p:graphicFrame>
        <p:nvGraphicFramePr>
          <p:cNvPr id="10" name="Table 9">
            <a:extLst>
              <a:ext uri="{FF2B5EF4-FFF2-40B4-BE49-F238E27FC236}">
                <a16:creationId xmlns:a16="http://schemas.microsoft.com/office/drawing/2014/main" id="{C24D0355-4021-0331-47F0-4F8A5AB79D85}"/>
              </a:ext>
            </a:extLst>
          </p:cNvPr>
          <p:cNvGraphicFramePr>
            <a:graphicFrameLocks noGrp="1"/>
          </p:cNvGraphicFramePr>
          <p:nvPr>
            <p:extLst>
              <p:ext uri="{D42A27DB-BD31-4B8C-83A1-F6EECF244321}">
                <p14:modId xmlns:p14="http://schemas.microsoft.com/office/powerpoint/2010/main" val="553261841"/>
              </p:ext>
            </p:extLst>
          </p:nvPr>
        </p:nvGraphicFramePr>
        <p:xfrm>
          <a:off x="381000" y="1388391"/>
          <a:ext cx="11106328" cy="4256643"/>
        </p:xfrm>
        <a:graphic>
          <a:graphicData uri="http://schemas.openxmlformats.org/drawingml/2006/table">
            <a:tbl>
              <a:tblPr firstRow="1" bandRow="1">
                <a:tableStyleId>{5C22544A-7EE6-4342-B048-85BDC9FD1C3A}</a:tableStyleId>
              </a:tblPr>
              <a:tblGrid>
                <a:gridCol w="983205">
                  <a:extLst>
                    <a:ext uri="{9D8B030D-6E8A-4147-A177-3AD203B41FA5}">
                      <a16:colId xmlns:a16="http://schemas.microsoft.com/office/drawing/2014/main" val="2935566680"/>
                    </a:ext>
                  </a:extLst>
                </a:gridCol>
                <a:gridCol w="692124">
                  <a:extLst>
                    <a:ext uri="{9D8B030D-6E8A-4147-A177-3AD203B41FA5}">
                      <a16:colId xmlns:a16="http://schemas.microsoft.com/office/drawing/2014/main" val="290819366"/>
                    </a:ext>
                  </a:extLst>
                </a:gridCol>
                <a:gridCol w="1131980">
                  <a:extLst>
                    <a:ext uri="{9D8B030D-6E8A-4147-A177-3AD203B41FA5}">
                      <a16:colId xmlns:a16="http://schemas.microsoft.com/office/drawing/2014/main" val="1842331847"/>
                    </a:ext>
                  </a:extLst>
                </a:gridCol>
                <a:gridCol w="886179">
                  <a:extLst>
                    <a:ext uri="{9D8B030D-6E8A-4147-A177-3AD203B41FA5}">
                      <a16:colId xmlns:a16="http://schemas.microsoft.com/office/drawing/2014/main" val="3945158560"/>
                    </a:ext>
                  </a:extLst>
                </a:gridCol>
                <a:gridCol w="989673">
                  <a:extLst>
                    <a:ext uri="{9D8B030D-6E8A-4147-A177-3AD203B41FA5}">
                      <a16:colId xmlns:a16="http://schemas.microsoft.com/office/drawing/2014/main" val="677377649"/>
                    </a:ext>
                  </a:extLst>
                </a:gridCol>
                <a:gridCol w="549817">
                  <a:extLst>
                    <a:ext uri="{9D8B030D-6E8A-4147-A177-3AD203B41FA5}">
                      <a16:colId xmlns:a16="http://schemas.microsoft.com/office/drawing/2014/main" val="1929107922"/>
                    </a:ext>
                  </a:extLst>
                </a:gridCol>
                <a:gridCol w="905583">
                  <a:extLst>
                    <a:ext uri="{9D8B030D-6E8A-4147-A177-3AD203B41FA5}">
                      <a16:colId xmlns:a16="http://schemas.microsoft.com/office/drawing/2014/main" val="17725559"/>
                    </a:ext>
                  </a:extLst>
                </a:gridCol>
                <a:gridCol w="459258">
                  <a:extLst>
                    <a:ext uri="{9D8B030D-6E8A-4147-A177-3AD203B41FA5}">
                      <a16:colId xmlns:a16="http://schemas.microsoft.com/office/drawing/2014/main" val="4169420471"/>
                    </a:ext>
                  </a:extLst>
                </a:gridCol>
                <a:gridCol w="601565">
                  <a:extLst>
                    <a:ext uri="{9D8B030D-6E8A-4147-A177-3AD203B41FA5}">
                      <a16:colId xmlns:a16="http://schemas.microsoft.com/office/drawing/2014/main" val="1822517753"/>
                    </a:ext>
                  </a:extLst>
                </a:gridCol>
                <a:gridCol w="886179">
                  <a:extLst>
                    <a:ext uri="{9D8B030D-6E8A-4147-A177-3AD203B41FA5}">
                      <a16:colId xmlns:a16="http://schemas.microsoft.com/office/drawing/2014/main" val="571991489"/>
                    </a:ext>
                  </a:extLst>
                </a:gridCol>
                <a:gridCol w="1041421">
                  <a:extLst>
                    <a:ext uri="{9D8B030D-6E8A-4147-A177-3AD203B41FA5}">
                      <a16:colId xmlns:a16="http://schemas.microsoft.com/office/drawing/2014/main" val="3420320736"/>
                    </a:ext>
                  </a:extLst>
                </a:gridCol>
                <a:gridCol w="659781">
                  <a:extLst>
                    <a:ext uri="{9D8B030D-6E8A-4147-A177-3AD203B41FA5}">
                      <a16:colId xmlns:a16="http://schemas.microsoft.com/office/drawing/2014/main" val="3077971098"/>
                    </a:ext>
                  </a:extLst>
                </a:gridCol>
                <a:gridCol w="730935">
                  <a:extLst>
                    <a:ext uri="{9D8B030D-6E8A-4147-A177-3AD203B41FA5}">
                      <a16:colId xmlns:a16="http://schemas.microsoft.com/office/drawing/2014/main" val="477715250"/>
                    </a:ext>
                  </a:extLst>
                </a:gridCol>
                <a:gridCol w="588628">
                  <a:extLst>
                    <a:ext uri="{9D8B030D-6E8A-4147-A177-3AD203B41FA5}">
                      <a16:colId xmlns:a16="http://schemas.microsoft.com/office/drawing/2014/main" val="4130361389"/>
                    </a:ext>
                  </a:extLst>
                </a:gridCol>
              </a:tblGrid>
              <a:tr h="641649">
                <a:tc>
                  <a:txBody>
                    <a:bodyPr/>
                    <a:lstStyle/>
                    <a:p>
                      <a:pPr>
                        <a:buNone/>
                      </a:pPr>
                      <a:r>
                        <a:rPr lang="en-US" sz="800">
                          <a:solidFill>
                            <a:srgbClr val="FFFFFF"/>
                          </a:solidFill>
                          <a:effectLst/>
                        </a:rPr>
                        <a:t>Stakeholder</a:t>
                      </a:r>
                    </a:p>
                  </a:txBody>
                  <a:tcPr anchor="ctr">
                    <a:lnL w="12700">
                      <a:solidFill>
                        <a:schemeClr val="tx1"/>
                      </a:solid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Source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Rationale (if Inferred)</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Department/Group</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Role in Project</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RACI Role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RACI Rationale</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Influence Level</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Interest Level</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Engagement Strategy</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Key Concerns</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Communication Frequency</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Engagement Approach</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Communication Method</a:t>
                      </a:r>
                    </a:p>
                  </a:txBody>
                  <a:tcPr anchor="ctr">
                    <a:lnL>
                      <a:noFill/>
                    </a:lnL>
                    <a:lnR w="12700">
                      <a:solidFill>
                        <a:schemeClr val="tx1"/>
                      </a:solid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3740009374"/>
                  </a:ext>
                </a:extLst>
              </a:tr>
              <a:tr h="757435">
                <a:tc>
                  <a:txBody>
                    <a:bodyPr/>
                    <a:lstStyle/>
                    <a:p>
                      <a:pPr>
                        <a:buNone/>
                      </a:pPr>
                      <a:r>
                        <a:rPr lang="en-US" sz="800">
                          <a:effectLst/>
                        </a:rPr>
                        <a:t>Deloitte Project Sponsor (Client Partner)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Consulting Leadership</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Defines success criteria and approves final outputs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Accountable for final acceptance of deliverables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 steering check-ins and milestone approvals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Output quality, consulting rigor, usability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Executive summaries with decision points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Meetings + slide decks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909263875"/>
                  </a:ext>
                </a:extLst>
              </a:tr>
              <a:tr h="757435">
                <a:tc>
                  <a:txBody>
                    <a:bodyPr/>
                    <a:lstStyle/>
                    <a:p>
                      <a:pPr>
                        <a:buNone/>
                      </a:pPr>
                      <a:r>
                        <a:rPr lang="en-US" sz="800">
                          <a:effectLst/>
                        </a:rPr>
                        <a:t>Faculty / Instructor (Reviewer Proxy)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Academic / Evaluation Body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Evaluates deliverables against rubric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 / 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Holds grading authority and evaluation power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Iterative feedback after submissions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Structure, completeness, consulting realism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Weekly / per submission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Rubric-aligned structured feedback loops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Written feedback + presentations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416170768"/>
                  </a:ext>
                </a:extLst>
              </a:tr>
              <a:tr h="641649">
                <a:tc>
                  <a:txBody>
                    <a:bodyPr/>
                    <a:lstStyle/>
                    <a:p>
                      <a:pPr>
                        <a:buNone/>
                      </a:pPr>
                      <a:r>
                        <a:rPr lang="en-US" sz="800">
                          <a:effectLst/>
                        </a:rPr>
                        <a:t>Student Project Team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Delivery Team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Builds agent, templates, and iterations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Responsible for all deliverables and iteration cycles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Agile build cycles and continuous iteration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Ambiguity, time constraints, integration complexity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Daily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Agile execution + peer review loops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Docs, Git, collaboration tools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106556480"/>
                  </a:ext>
                </a:extLst>
              </a:tr>
              <a:tr h="641649">
                <a:tc>
                  <a:txBody>
                    <a:bodyPr/>
                    <a:lstStyle/>
                    <a:p>
                      <a:pPr>
                        <a:buNone/>
                      </a:pPr>
                      <a:r>
                        <a:rPr lang="en-US" sz="800">
                          <a:effectLst/>
                        </a:rPr>
                        <a:t>AI Agent System (Engagement Manager Agent)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N/A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AI System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Generates WBS, RAID, stakeholder map, status reports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Executes core transformation logic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Continuous prompt testing and refinement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Output consistency, hallucinations, logic drift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Continuous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Prompt engineering + validation checks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System interface / API</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153265679"/>
                  </a:ext>
                </a:extLst>
              </a:tr>
              <a:tr h="757435">
                <a:tc>
                  <a:txBody>
                    <a:bodyPr/>
                    <a:lstStyle/>
                    <a:p>
                      <a:pPr>
                        <a:buNone/>
                      </a:pPr>
                      <a:r>
                        <a:rPr lang="en-US" sz="800">
                          <a:effectLst/>
                        </a:rPr>
                        <a:t>End Users (Future Consulting Analysts)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Implicit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Intended users of reusable consulting templates and outputs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Consulting Practice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Use generated templates for real consulting workflows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Informed only; not involved in design or decisions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Medium</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High</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UX validation after prototype completion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Usability, clarity, reusability</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Post-build feedback cycles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Scenario testing and walkthroughs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Demo sessions + documentation</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107149981"/>
                  </a:ext>
                </a:extLst>
              </a:tr>
            </a:tbl>
          </a:graphicData>
        </a:graphic>
      </p:graphicFrame>
      <p:pic>
        <p:nvPicPr>
          <p:cNvPr id="2" name="Picture 1">
            <a:extLst>
              <a:ext uri="{FF2B5EF4-FFF2-40B4-BE49-F238E27FC236}">
                <a16:creationId xmlns:a16="http://schemas.microsoft.com/office/drawing/2014/main" id="{FB22A17B-3450-5EE9-3EA2-ED90688DFE7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B49FC0A0-405B-502F-EA21-AB18F9F2DEE0}"/>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 Stakeholder Map Samples.xlsx</a:t>
            </a:r>
            <a:r>
              <a:rPr lang="en-CA" sz="1200"/>
              <a:t> </a:t>
            </a:r>
          </a:p>
        </p:txBody>
      </p:sp>
    </p:spTree>
    <p:extLst>
      <p:ext uri="{BB962C8B-B14F-4D97-AF65-F5344CB8AC3E}">
        <p14:creationId xmlns:p14="http://schemas.microsoft.com/office/powerpoint/2010/main" val="34701534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F19FAF-6D47-76CE-DDB9-95243F63344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B334A2E-4F7C-411C-547C-708A376A1FD7}"/>
              </a:ext>
            </a:extLst>
          </p:cNvPr>
          <p:cNvSpPr>
            <a:spLocks noGrp="1"/>
          </p:cNvSpPr>
          <p:nvPr>
            <p:ph type="sldNum" sz="quarter" idx="12"/>
          </p:nvPr>
        </p:nvSpPr>
        <p:spPr/>
        <p:txBody>
          <a:bodyPr/>
          <a:lstStyle/>
          <a:p>
            <a:fld id="{E4ECB127-6B1D-4440-BB59-CB7FB51359B3}" type="slidenum">
              <a:rPr lang="en-CA" smtClean="0"/>
              <a:pPr/>
              <a:t>23</a:t>
            </a:fld>
            <a:endParaRPr lang="en-CA"/>
          </a:p>
        </p:txBody>
      </p:sp>
      <p:sp>
        <p:nvSpPr>
          <p:cNvPr id="4" name="Text Placeholder 3">
            <a:extLst>
              <a:ext uri="{FF2B5EF4-FFF2-40B4-BE49-F238E27FC236}">
                <a16:creationId xmlns:a16="http://schemas.microsoft.com/office/drawing/2014/main" id="{736E8BAC-8FF6-86BB-2A4C-FE1B12EA50A0}"/>
              </a:ext>
            </a:extLst>
          </p:cNvPr>
          <p:cNvSpPr>
            <a:spLocks noGrp="1"/>
          </p:cNvSpPr>
          <p:nvPr>
            <p:ph type="body" sz="quarter" idx="13"/>
          </p:nvPr>
        </p:nvSpPr>
        <p:spPr>
          <a:xfrm>
            <a:off x="381001" y="923593"/>
            <a:ext cx="11212901" cy="392219"/>
          </a:xfrm>
        </p:spPr>
        <p:txBody>
          <a:bodyPr vert="horz" lIns="91440" tIns="45720" rIns="91440" bIns="45720" rtlCol="0" anchor="t">
            <a:normAutofit/>
          </a:bodyPr>
          <a:lstStyle/>
          <a:p>
            <a:r>
              <a:rPr lang="en-CA" sz="1200"/>
              <a:t>RACI table sample</a:t>
            </a:r>
            <a:endParaRPr lang="en-US"/>
          </a:p>
        </p:txBody>
      </p:sp>
      <p:sp>
        <p:nvSpPr>
          <p:cNvPr id="5" name="Title 4">
            <a:extLst>
              <a:ext uri="{FF2B5EF4-FFF2-40B4-BE49-F238E27FC236}">
                <a16:creationId xmlns:a16="http://schemas.microsoft.com/office/drawing/2014/main" id="{CBD06961-C7CC-8F96-0C64-410466EA5EA4}"/>
              </a:ext>
            </a:extLst>
          </p:cNvPr>
          <p:cNvSpPr>
            <a:spLocks noGrp="1"/>
          </p:cNvSpPr>
          <p:nvPr>
            <p:ph type="title"/>
          </p:nvPr>
        </p:nvSpPr>
        <p:spPr>
          <a:xfrm>
            <a:off x="381001" y="441326"/>
            <a:ext cx="8570912" cy="494924"/>
          </a:xfrm>
        </p:spPr>
        <p:txBody>
          <a:bodyPr/>
          <a:lstStyle/>
          <a:p>
            <a:r>
              <a:rPr lang="en-CA"/>
              <a:t>RACI Template</a:t>
            </a:r>
          </a:p>
        </p:txBody>
      </p:sp>
      <p:graphicFrame>
        <p:nvGraphicFramePr>
          <p:cNvPr id="9" name="Table 8">
            <a:extLst>
              <a:ext uri="{FF2B5EF4-FFF2-40B4-BE49-F238E27FC236}">
                <a16:creationId xmlns:a16="http://schemas.microsoft.com/office/drawing/2014/main" id="{DC46054B-7E90-709A-0329-689489B02BA2}"/>
              </a:ext>
            </a:extLst>
          </p:cNvPr>
          <p:cNvGraphicFramePr>
            <a:graphicFrameLocks noGrp="1"/>
          </p:cNvGraphicFramePr>
          <p:nvPr>
            <p:extLst>
              <p:ext uri="{D42A27DB-BD31-4B8C-83A1-F6EECF244321}">
                <p14:modId xmlns:p14="http://schemas.microsoft.com/office/powerpoint/2010/main" val="2533014848"/>
              </p:ext>
            </p:extLst>
          </p:nvPr>
        </p:nvGraphicFramePr>
        <p:xfrm>
          <a:off x="381000" y="1317355"/>
          <a:ext cx="7439907" cy="4313364"/>
        </p:xfrm>
        <a:graphic>
          <a:graphicData uri="http://schemas.openxmlformats.org/drawingml/2006/table">
            <a:tbl>
              <a:tblPr bandRow="1">
                <a:tableStyleId>{5C22544A-7EE6-4342-B048-85BDC9FD1C3A}</a:tableStyleId>
              </a:tblPr>
              <a:tblGrid>
                <a:gridCol w="2065440">
                  <a:extLst>
                    <a:ext uri="{9D8B030D-6E8A-4147-A177-3AD203B41FA5}">
                      <a16:colId xmlns:a16="http://schemas.microsoft.com/office/drawing/2014/main" val="3367603679"/>
                    </a:ext>
                  </a:extLst>
                </a:gridCol>
                <a:gridCol w="1048941">
                  <a:extLst>
                    <a:ext uri="{9D8B030D-6E8A-4147-A177-3AD203B41FA5}">
                      <a16:colId xmlns:a16="http://schemas.microsoft.com/office/drawing/2014/main" val="2853691966"/>
                    </a:ext>
                  </a:extLst>
                </a:gridCol>
                <a:gridCol w="1286844">
                  <a:extLst>
                    <a:ext uri="{9D8B030D-6E8A-4147-A177-3AD203B41FA5}">
                      <a16:colId xmlns:a16="http://schemas.microsoft.com/office/drawing/2014/main" val="3883073321"/>
                    </a:ext>
                  </a:extLst>
                </a:gridCol>
                <a:gridCol w="908360">
                  <a:extLst>
                    <a:ext uri="{9D8B030D-6E8A-4147-A177-3AD203B41FA5}">
                      <a16:colId xmlns:a16="http://schemas.microsoft.com/office/drawing/2014/main" val="726405497"/>
                    </a:ext>
                  </a:extLst>
                </a:gridCol>
                <a:gridCol w="1027313">
                  <a:extLst>
                    <a:ext uri="{9D8B030D-6E8A-4147-A177-3AD203B41FA5}">
                      <a16:colId xmlns:a16="http://schemas.microsoft.com/office/drawing/2014/main" val="408506337"/>
                    </a:ext>
                  </a:extLst>
                </a:gridCol>
                <a:gridCol w="1103009">
                  <a:extLst>
                    <a:ext uri="{9D8B030D-6E8A-4147-A177-3AD203B41FA5}">
                      <a16:colId xmlns:a16="http://schemas.microsoft.com/office/drawing/2014/main" val="2359951996"/>
                    </a:ext>
                  </a:extLst>
                </a:gridCol>
              </a:tblGrid>
              <a:tr h="784247">
                <a:tc>
                  <a:txBody>
                    <a:bodyPr/>
                    <a:lstStyle/>
                    <a:p>
                      <a:pPr>
                        <a:buNone/>
                      </a:pPr>
                      <a:r>
                        <a:rPr lang="en-US" sz="800">
                          <a:solidFill>
                            <a:srgbClr val="FFFFFF"/>
                          </a:solidFill>
                          <a:effectLst/>
                        </a:rPr>
                        <a:t>Deliverable / Activity</a:t>
                      </a:r>
                    </a:p>
                  </a:txBody>
                  <a:tcPr anchor="ctr">
                    <a:lnL w="12700">
                      <a:solidFill>
                        <a:schemeClr val="tx1"/>
                      </a:solid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Deloitte Sponsor</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Instructor / Reviewer</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Student Team</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AI Agent System</a:t>
                      </a:r>
                    </a:p>
                  </a:txBody>
                  <a:tcPr anchor="ctr">
                    <a:lnL>
                      <a:noFill/>
                    </a:lnL>
                    <a:lnR>
                      <a:noFill/>
                    </a:lnR>
                    <a:lnT w="12700">
                      <a:solidFill>
                        <a:schemeClr val="tx1"/>
                      </a:solidFill>
                    </a:lnT>
                    <a:lnB w="12700">
                      <a:solidFill>
                        <a:schemeClr val="tx1"/>
                      </a:solidFill>
                    </a:lnB>
                    <a:solidFill>
                      <a:srgbClr val="1E3765"/>
                    </a:solidFill>
                  </a:tcPr>
                </a:tc>
                <a:tc>
                  <a:txBody>
                    <a:bodyPr/>
                    <a:lstStyle/>
                    <a:p>
                      <a:pPr>
                        <a:buNone/>
                      </a:pPr>
                      <a:r>
                        <a:rPr lang="en-US" sz="800">
                          <a:solidFill>
                            <a:srgbClr val="FFFFFF"/>
                          </a:solidFill>
                          <a:effectLst/>
                        </a:rPr>
                        <a:t>QA / Quality Gate</a:t>
                      </a:r>
                    </a:p>
                  </a:txBody>
                  <a:tcPr anchor="ctr">
                    <a:lnL>
                      <a:noFill/>
                    </a:lnL>
                    <a:lnR w="12700">
                      <a:solidFill>
                        <a:schemeClr val="tx1"/>
                      </a:solid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2581292793"/>
                  </a:ext>
                </a:extLst>
              </a:tr>
              <a:tr h="548974">
                <a:tc>
                  <a:txBody>
                    <a:bodyPr/>
                    <a:lstStyle/>
                    <a:p>
                      <a:pPr>
                        <a:buNone/>
                      </a:pPr>
                      <a:r>
                        <a:rPr lang="en-US" sz="800">
                          <a:effectLst/>
                        </a:rPr>
                        <a:t>Interpret client brief</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745791277"/>
                  </a:ext>
                </a:extLst>
              </a:tr>
              <a:tr h="784247">
                <a:tc>
                  <a:txBody>
                    <a:bodyPr/>
                    <a:lstStyle/>
                    <a:p>
                      <a:pPr>
                        <a:buNone/>
                      </a:pPr>
                      <a:r>
                        <a:rPr lang="en-US" sz="800">
                          <a:effectLst/>
                        </a:rPr>
                        <a:t>Build Work Breakdown Structure (WBS)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79411292"/>
                  </a:ext>
                </a:extLst>
              </a:tr>
              <a:tr h="548974">
                <a:tc>
                  <a:txBody>
                    <a:bodyPr/>
                    <a:lstStyle/>
                    <a:p>
                      <a:pPr>
                        <a:buNone/>
                      </a:pPr>
                      <a:r>
                        <a:rPr lang="en-US" sz="800">
                          <a:effectLst/>
                        </a:rPr>
                        <a:t>Generate RAID log</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603392842"/>
                  </a:ext>
                </a:extLst>
              </a:tr>
              <a:tr h="548974">
                <a:tc>
                  <a:txBody>
                    <a:bodyPr/>
                    <a:lstStyle/>
                    <a:p>
                      <a:pPr>
                        <a:buNone/>
                      </a:pPr>
                      <a:r>
                        <a:rPr lang="en-US" sz="800">
                          <a:effectLst/>
                        </a:rPr>
                        <a:t>Create Stakeholder Map</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16792396"/>
                  </a:ext>
                </a:extLst>
              </a:tr>
              <a:tr h="548974">
                <a:tc>
                  <a:txBody>
                    <a:bodyPr/>
                    <a:lstStyle/>
                    <a:p>
                      <a:pPr>
                        <a:buNone/>
                      </a:pPr>
                      <a:r>
                        <a:rPr lang="en-US" sz="800">
                          <a:effectLst/>
                        </a:rPr>
                        <a:t>Generate Weekly Status Template</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773787232"/>
                  </a:ext>
                </a:extLst>
              </a:tr>
              <a:tr h="548974">
                <a:tc>
                  <a:txBody>
                    <a:bodyPr/>
                    <a:lstStyle/>
                    <a:p>
                      <a:pPr>
                        <a:buNone/>
                      </a:pPr>
                      <a:r>
                        <a:rPr lang="en-US" sz="800">
                          <a:effectLst/>
                        </a:rPr>
                        <a:t>Apply Quality Gate Checklist</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A</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C</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tc>
                  <a:txBody>
                    <a:bodyPr/>
                    <a:lstStyle/>
                    <a:p>
                      <a:pPr>
                        <a:buNone/>
                      </a:pPr>
                      <a:r>
                        <a:rPr lang="en-US" sz="800">
                          <a:effectLst/>
                        </a:rPr>
                        <a:t>R</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80364563"/>
                  </a:ext>
                </a:extLst>
              </a:tr>
            </a:tbl>
          </a:graphicData>
        </a:graphic>
      </p:graphicFrame>
      <p:sp>
        <p:nvSpPr>
          <p:cNvPr id="11" name="Content Placeholder 4">
            <a:extLst>
              <a:ext uri="{FF2B5EF4-FFF2-40B4-BE49-F238E27FC236}">
                <a16:creationId xmlns:a16="http://schemas.microsoft.com/office/drawing/2014/main" id="{01B0162A-D95B-144E-4214-9AE7553851EA}"/>
              </a:ext>
            </a:extLst>
          </p:cNvPr>
          <p:cNvSpPr txBox="1">
            <a:spLocks/>
          </p:cNvSpPr>
          <p:nvPr/>
        </p:nvSpPr>
        <p:spPr>
          <a:xfrm>
            <a:off x="8239124" y="1592264"/>
            <a:ext cx="3571875" cy="4176712"/>
          </a:xfrm>
          <a:prstGeom prst="rect">
            <a:avLst/>
          </a:prstGeom>
        </p:spPr>
        <p:txBody>
          <a:bodyPr vert="horz" lIns="91440" tIns="45720" rIns="91440" bIns="45720" rtlCol="0" anchor="t">
            <a:normAutofit/>
          </a:bodyPr>
          <a:lstStyle>
            <a:lvl1pPr marL="173038" indent="-173038" algn="l" defTabSz="914400" rtl="0" eaLnBrk="1" latinLnBrk="0" hangingPunct="1">
              <a:lnSpc>
                <a:spcPct val="110000"/>
              </a:lnSpc>
              <a:spcBef>
                <a:spcPts val="1600"/>
              </a:spcBef>
              <a:buFont typeface="Arial" panose="020B0604020202020204" pitchFamily="34" charset="0"/>
              <a:buChar char="•"/>
              <a:tabLst/>
              <a:defRPr sz="1400" kern="1200">
                <a:solidFill>
                  <a:schemeClr val="tx1"/>
                </a:solidFill>
                <a:latin typeface="+mn-lt"/>
                <a:ea typeface="+mn-ea"/>
                <a:cs typeface="+mn-cs"/>
              </a:defRPr>
            </a:lvl1pPr>
            <a:lvl2pPr marL="519113" indent="-176213" algn="l" defTabSz="914400" rtl="0" eaLnBrk="1" latinLnBrk="0" hangingPunct="1">
              <a:lnSpc>
                <a:spcPct val="110000"/>
              </a:lnSpc>
              <a:spcBef>
                <a:spcPts val="800"/>
              </a:spcBef>
              <a:buSzPct val="85000"/>
              <a:buFont typeface="System Font Regular"/>
              <a:buChar char="⚬"/>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pPr marL="0" indent="0">
              <a:buNone/>
            </a:pPr>
            <a:r>
              <a:rPr lang="en-CA">
                <a:solidFill>
                  <a:srgbClr val="FF0000"/>
                </a:solidFill>
                <a:ea typeface="+mn-lt"/>
                <a:cs typeface="+mn-lt"/>
              </a:rPr>
              <a:t>Andrea Cordell &amp; Ian Thompson, </a:t>
            </a:r>
            <a:r>
              <a:rPr lang="en-CA" i="1">
                <a:solidFill>
                  <a:srgbClr val="FF0000"/>
                </a:solidFill>
                <a:ea typeface="+mn-lt"/>
                <a:cs typeface="+mn-lt"/>
              </a:rPr>
              <a:t>The Category Management Handbook</a:t>
            </a:r>
            <a:r>
              <a:rPr lang="en-CA">
                <a:solidFill>
                  <a:srgbClr val="FF0000"/>
                </a:solidFill>
                <a:ea typeface="+mn-lt"/>
                <a:cs typeface="+mn-lt"/>
              </a:rPr>
              <a:t> (2018)</a:t>
            </a:r>
            <a:endParaRPr lang="en-US">
              <a:ea typeface="+mn-lt"/>
              <a:cs typeface="+mn-lt"/>
            </a:endParaRPr>
          </a:p>
          <a:p>
            <a:pPr marL="0" indent="0">
              <a:buNone/>
            </a:pPr>
            <a:r>
              <a:rPr lang="en-CA">
                <a:ea typeface="+mn-lt"/>
                <a:cs typeface="+mn-lt"/>
              </a:rPr>
              <a:t>A Responsibility Assignment Matrix (RACI) is a project management tool used to define and communicate roles and responsibilities across project deliverables. It maps stakeholders to specific tasks using four participation types: </a:t>
            </a:r>
            <a:r>
              <a:rPr lang="en-CA" b="1">
                <a:ea typeface="+mn-lt"/>
                <a:cs typeface="+mn-lt"/>
              </a:rPr>
              <a:t>Responsible</a:t>
            </a:r>
            <a:r>
              <a:rPr lang="en-CA">
                <a:ea typeface="+mn-lt"/>
                <a:cs typeface="+mn-lt"/>
              </a:rPr>
              <a:t>, </a:t>
            </a:r>
            <a:r>
              <a:rPr lang="en-CA" b="1">
                <a:ea typeface="+mn-lt"/>
                <a:cs typeface="+mn-lt"/>
              </a:rPr>
              <a:t>Accountable</a:t>
            </a:r>
            <a:r>
              <a:rPr lang="en-CA">
                <a:ea typeface="+mn-lt"/>
                <a:cs typeface="+mn-lt"/>
              </a:rPr>
              <a:t>, </a:t>
            </a:r>
            <a:r>
              <a:rPr lang="en-CA" b="1">
                <a:ea typeface="+mn-lt"/>
                <a:cs typeface="+mn-lt"/>
              </a:rPr>
              <a:t>Consulted</a:t>
            </a:r>
            <a:r>
              <a:rPr lang="en-CA">
                <a:ea typeface="+mn-lt"/>
                <a:cs typeface="+mn-lt"/>
              </a:rPr>
              <a:t>, and </a:t>
            </a:r>
            <a:r>
              <a:rPr lang="en-CA" b="1">
                <a:ea typeface="+mn-lt"/>
                <a:cs typeface="+mn-lt"/>
              </a:rPr>
              <a:t>Informed</a:t>
            </a:r>
            <a:r>
              <a:rPr lang="en-CA">
                <a:ea typeface="+mn-lt"/>
                <a:cs typeface="+mn-lt"/>
              </a:rPr>
              <a:t>. By assigning ownership and involvement, a RACI table improves accountability, reduces ambiguity, and ensures effective communication throughout the project lifecycle.</a:t>
            </a:r>
          </a:p>
        </p:txBody>
      </p:sp>
      <p:pic>
        <p:nvPicPr>
          <p:cNvPr id="2" name="Picture 1">
            <a:extLst>
              <a:ext uri="{FF2B5EF4-FFF2-40B4-BE49-F238E27FC236}">
                <a16:creationId xmlns:a16="http://schemas.microsoft.com/office/drawing/2014/main" id="{2E21E6EE-EDBC-8893-F5C8-BB350D57980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CA43871B-D009-ABBC-B3D6-5B181CDA918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 RACI Template.xlsx</a:t>
            </a:r>
            <a:endParaRPr lang="en-CA" sz="1200"/>
          </a:p>
        </p:txBody>
      </p:sp>
    </p:spTree>
    <p:extLst>
      <p:ext uri="{BB962C8B-B14F-4D97-AF65-F5344CB8AC3E}">
        <p14:creationId xmlns:p14="http://schemas.microsoft.com/office/powerpoint/2010/main" val="10587127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CA970-15DC-AAA2-1DB8-B4F4A8EB388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70B5740-C51F-4F8A-FF0D-4A5E82AF0BB7}"/>
              </a:ext>
            </a:extLst>
          </p:cNvPr>
          <p:cNvSpPr>
            <a:spLocks noGrp="1"/>
          </p:cNvSpPr>
          <p:nvPr>
            <p:ph type="sldNum" sz="quarter" idx="12"/>
          </p:nvPr>
        </p:nvSpPr>
        <p:spPr/>
        <p:txBody>
          <a:bodyPr/>
          <a:lstStyle/>
          <a:p>
            <a:fld id="{E4ECB127-6B1D-4440-BB59-CB7FB51359B3}" type="slidenum">
              <a:rPr lang="en-CA" smtClean="0"/>
              <a:pPr/>
              <a:t>24</a:t>
            </a:fld>
            <a:endParaRPr lang="en-CA"/>
          </a:p>
        </p:txBody>
      </p:sp>
      <p:sp>
        <p:nvSpPr>
          <p:cNvPr id="4" name="Text Placeholder 3">
            <a:extLst>
              <a:ext uri="{FF2B5EF4-FFF2-40B4-BE49-F238E27FC236}">
                <a16:creationId xmlns:a16="http://schemas.microsoft.com/office/drawing/2014/main" id="{B182D59C-1DFD-DD85-9F0C-BFEFED677F9F}"/>
              </a:ext>
            </a:extLst>
          </p:cNvPr>
          <p:cNvSpPr>
            <a:spLocks noGrp="1"/>
          </p:cNvSpPr>
          <p:nvPr>
            <p:ph type="body" sz="quarter" idx="13"/>
          </p:nvPr>
        </p:nvSpPr>
        <p:spPr>
          <a:xfrm>
            <a:off x="381001" y="923593"/>
            <a:ext cx="11212901" cy="392219"/>
          </a:xfrm>
        </p:spPr>
        <p:txBody>
          <a:bodyPr>
            <a:normAutofit/>
          </a:bodyPr>
          <a:lstStyle/>
          <a:p>
            <a:r>
              <a:rPr lang="en-CA" sz="1200"/>
              <a:t>Generic template for summarizing important details from the other documents </a:t>
            </a:r>
          </a:p>
        </p:txBody>
      </p:sp>
      <p:sp>
        <p:nvSpPr>
          <p:cNvPr id="5" name="Title 4">
            <a:extLst>
              <a:ext uri="{FF2B5EF4-FFF2-40B4-BE49-F238E27FC236}">
                <a16:creationId xmlns:a16="http://schemas.microsoft.com/office/drawing/2014/main" id="{F29D9386-8798-DF3B-C3A7-393F7FC5F2AE}"/>
              </a:ext>
            </a:extLst>
          </p:cNvPr>
          <p:cNvSpPr>
            <a:spLocks noGrp="1"/>
          </p:cNvSpPr>
          <p:nvPr>
            <p:ph type="title"/>
          </p:nvPr>
        </p:nvSpPr>
        <p:spPr>
          <a:xfrm>
            <a:off x="381001" y="441326"/>
            <a:ext cx="8570912" cy="494924"/>
          </a:xfrm>
        </p:spPr>
        <p:txBody>
          <a:bodyPr/>
          <a:lstStyle/>
          <a:p>
            <a:r>
              <a:rPr lang="en-CA"/>
              <a:t>Weekly Status Report Template</a:t>
            </a:r>
          </a:p>
        </p:txBody>
      </p:sp>
      <p:pic>
        <p:nvPicPr>
          <p:cNvPr id="2" name="Picture 1">
            <a:extLst>
              <a:ext uri="{FF2B5EF4-FFF2-40B4-BE49-F238E27FC236}">
                <a16:creationId xmlns:a16="http://schemas.microsoft.com/office/drawing/2014/main" id="{763739AF-3747-C3F3-9E05-4D151FA771D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1E18A552-6485-95FD-030F-2957C6689F45}"/>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APS1049_Team 2-Weekly Status Report.docx</a:t>
            </a:r>
            <a:endParaRPr lang="en-CA" sz="1200"/>
          </a:p>
        </p:txBody>
      </p:sp>
      <p:graphicFrame>
        <p:nvGraphicFramePr>
          <p:cNvPr id="10" name="Table 9">
            <a:extLst>
              <a:ext uri="{FF2B5EF4-FFF2-40B4-BE49-F238E27FC236}">
                <a16:creationId xmlns:a16="http://schemas.microsoft.com/office/drawing/2014/main" id="{D89CDFA9-A757-E2BE-83FC-84EF896F1B20}"/>
              </a:ext>
            </a:extLst>
          </p:cNvPr>
          <p:cNvGraphicFramePr>
            <a:graphicFrameLocks noGrp="1"/>
          </p:cNvGraphicFramePr>
          <p:nvPr>
            <p:extLst>
              <p:ext uri="{D42A27DB-BD31-4B8C-83A1-F6EECF244321}">
                <p14:modId xmlns:p14="http://schemas.microsoft.com/office/powerpoint/2010/main" val="1353971357"/>
              </p:ext>
            </p:extLst>
          </p:nvPr>
        </p:nvGraphicFramePr>
        <p:xfrm>
          <a:off x="4954731" y="1397402"/>
          <a:ext cx="2065440" cy="4313364"/>
        </p:xfrm>
        <a:graphic>
          <a:graphicData uri="http://schemas.openxmlformats.org/drawingml/2006/table">
            <a:tbl>
              <a:tblPr bandRow="1">
                <a:tableStyleId>{5C22544A-7EE6-4342-B048-85BDC9FD1C3A}</a:tableStyleId>
              </a:tblPr>
              <a:tblGrid>
                <a:gridCol w="2065440">
                  <a:extLst>
                    <a:ext uri="{9D8B030D-6E8A-4147-A177-3AD203B41FA5}">
                      <a16:colId xmlns:a16="http://schemas.microsoft.com/office/drawing/2014/main" val="3367603679"/>
                    </a:ext>
                  </a:extLst>
                </a:gridCol>
              </a:tblGrid>
              <a:tr h="784247">
                <a:tc>
                  <a:txBody>
                    <a:bodyPr/>
                    <a:lstStyle/>
                    <a:p>
                      <a:pPr>
                        <a:buNone/>
                      </a:pPr>
                      <a:r>
                        <a:rPr lang="en-US" sz="800">
                          <a:solidFill>
                            <a:srgbClr val="FFFFFF"/>
                          </a:solidFill>
                          <a:effectLst/>
                        </a:rPr>
                        <a:t>Section </a:t>
                      </a:r>
                    </a:p>
                  </a:txBody>
                  <a:tcPr anchor="ctr">
                    <a:lnL w="12700">
                      <a:solidFill>
                        <a:schemeClr val="tx1"/>
                      </a:solidFill>
                    </a:lnL>
                    <a:lnR>
                      <a:noFill/>
                    </a:lnR>
                    <a:lnT w="12700">
                      <a:solidFill>
                        <a:schemeClr val="tx1"/>
                      </a:solidFill>
                    </a:lnT>
                    <a:lnB w="12700">
                      <a:solidFill>
                        <a:schemeClr val="tx1"/>
                      </a:solidFill>
                    </a:lnB>
                    <a:solidFill>
                      <a:srgbClr val="1E3765"/>
                    </a:solidFill>
                  </a:tcPr>
                </a:tc>
                <a:extLst>
                  <a:ext uri="{0D108BD9-81ED-4DB2-BD59-A6C34878D82A}">
                    <a16:rowId xmlns:a16="http://schemas.microsoft.com/office/drawing/2014/main" val="2581292793"/>
                  </a:ext>
                </a:extLst>
              </a:tr>
              <a:tr h="548974">
                <a:tc>
                  <a:txBody>
                    <a:bodyPr/>
                    <a:lstStyle/>
                    <a:p>
                      <a:pPr>
                        <a:buNone/>
                      </a:pPr>
                      <a:r>
                        <a:rPr lang="en-US" sz="800">
                          <a:effectLst/>
                        </a:rPr>
                        <a:t>Summary </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2745791277"/>
                  </a:ext>
                </a:extLst>
              </a:tr>
              <a:tr h="784247">
                <a:tc>
                  <a:txBody>
                    <a:bodyPr/>
                    <a:lstStyle/>
                    <a:p>
                      <a:pPr>
                        <a:buNone/>
                      </a:pPr>
                      <a:r>
                        <a:rPr lang="en-US" sz="800">
                          <a:effectLst/>
                        </a:rPr>
                        <a:t>New Initiatives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79411292"/>
                  </a:ext>
                </a:extLst>
              </a:tr>
              <a:tr h="548974">
                <a:tc>
                  <a:txBody>
                    <a:bodyPr/>
                    <a:lstStyle/>
                    <a:p>
                      <a:pPr>
                        <a:buNone/>
                      </a:pPr>
                      <a:r>
                        <a:rPr lang="en-US" sz="800">
                          <a:effectLst/>
                        </a:rPr>
                        <a:t>Blockers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3603392842"/>
                  </a:ext>
                </a:extLst>
              </a:tr>
              <a:tr h="548974">
                <a:tc>
                  <a:txBody>
                    <a:bodyPr/>
                    <a:lstStyle/>
                    <a:p>
                      <a:pPr>
                        <a:buNone/>
                      </a:pPr>
                      <a:r>
                        <a:rPr lang="en-US" sz="800">
                          <a:effectLst/>
                        </a:rPr>
                        <a:t>Risks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16792396"/>
                  </a:ext>
                </a:extLst>
              </a:tr>
              <a:tr h="548974">
                <a:tc>
                  <a:txBody>
                    <a:bodyPr/>
                    <a:lstStyle/>
                    <a:p>
                      <a:pPr>
                        <a:buNone/>
                      </a:pPr>
                      <a:r>
                        <a:rPr lang="en-US" sz="800">
                          <a:effectLst/>
                        </a:rPr>
                        <a:t>Milestones</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773787232"/>
                  </a:ext>
                </a:extLst>
              </a:tr>
              <a:tr h="548974">
                <a:tc>
                  <a:txBody>
                    <a:bodyPr/>
                    <a:lstStyle/>
                    <a:p>
                      <a:pPr>
                        <a:buNone/>
                      </a:pPr>
                      <a:r>
                        <a:rPr lang="en-US" sz="800">
                          <a:effectLst/>
                        </a:rPr>
                        <a:t>Supporting links </a:t>
                      </a:r>
                    </a:p>
                  </a:txBody>
                  <a:tcPr anchor="ctr">
                    <a:lnL w="12700">
                      <a:solidFill>
                        <a:schemeClr val="tx1"/>
                      </a:solidFill>
                    </a:lnL>
                    <a:lnR w="12700">
                      <a:solidFill>
                        <a:schemeClr val="tx1"/>
                      </a:solidFill>
                    </a:lnR>
                    <a:lnT w="12700">
                      <a:solidFill>
                        <a:schemeClr val="tx1"/>
                      </a:solidFill>
                    </a:lnT>
                    <a:lnB w="12700">
                      <a:solidFill>
                        <a:schemeClr val="tx1"/>
                      </a:solidFill>
                    </a:lnB>
                    <a:noFill/>
                  </a:tcPr>
                </a:tc>
                <a:extLst>
                  <a:ext uri="{0D108BD9-81ED-4DB2-BD59-A6C34878D82A}">
                    <a16:rowId xmlns:a16="http://schemas.microsoft.com/office/drawing/2014/main" val="980364563"/>
                  </a:ext>
                </a:extLst>
              </a:tr>
            </a:tbl>
          </a:graphicData>
        </a:graphic>
      </p:graphicFrame>
    </p:spTree>
    <p:extLst>
      <p:ext uri="{BB962C8B-B14F-4D97-AF65-F5344CB8AC3E}">
        <p14:creationId xmlns:p14="http://schemas.microsoft.com/office/powerpoint/2010/main" val="28349482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4E63-EE28-9E40-BD31-84201A93C02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7DA2A57-0E63-47FA-DFB7-99ABAB372B0D}"/>
              </a:ext>
            </a:extLst>
          </p:cNvPr>
          <p:cNvSpPr>
            <a:spLocks noGrp="1"/>
          </p:cNvSpPr>
          <p:nvPr>
            <p:ph type="sldNum" sz="quarter" idx="12"/>
          </p:nvPr>
        </p:nvSpPr>
        <p:spPr/>
        <p:txBody>
          <a:bodyPr/>
          <a:lstStyle/>
          <a:p>
            <a:fld id="{E4ECB127-6B1D-4440-BB59-CB7FB51359B3}" type="slidenum">
              <a:rPr lang="en-CA" smtClean="0"/>
              <a:pPr/>
              <a:t>25</a:t>
            </a:fld>
            <a:endParaRPr lang="en-CA"/>
          </a:p>
        </p:txBody>
      </p:sp>
      <p:sp>
        <p:nvSpPr>
          <p:cNvPr id="4" name="Text Placeholder 3">
            <a:extLst>
              <a:ext uri="{FF2B5EF4-FFF2-40B4-BE49-F238E27FC236}">
                <a16:creationId xmlns:a16="http://schemas.microsoft.com/office/drawing/2014/main" id="{B417050A-70C7-95F6-BFC1-F7370517F442}"/>
              </a:ext>
            </a:extLst>
          </p:cNvPr>
          <p:cNvSpPr>
            <a:spLocks noGrp="1"/>
          </p:cNvSpPr>
          <p:nvPr>
            <p:ph type="body" sz="quarter" idx="13"/>
          </p:nvPr>
        </p:nvSpPr>
        <p:spPr>
          <a:xfrm>
            <a:off x="381001" y="923593"/>
            <a:ext cx="11212901" cy="392219"/>
          </a:xfrm>
        </p:spPr>
        <p:txBody>
          <a:bodyPr>
            <a:normAutofit/>
          </a:bodyPr>
          <a:lstStyle/>
          <a:p>
            <a:r>
              <a:rPr lang="en-CA" sz="1200"/>
              <a:t>Agent architecture at a higher level of detail</a:t>
            </a:r>
          </a:p>
        </p:txBody>
      </p:sp>
      <p:sp>
        <p:nvSpPr>
          <p:cNvPr id="5" name="Title 4">
            <a:extLst>
              <a:ext uri="{FF2B5EF4-FFF2-40B4-BE49-F238E27FC236}">
                <a16:creationId xmlns:a16="http://schemas.microsoft.com/office/drawing/2014/main" id="{ABC88BC4-30D7-A7BC-89E7-CDB58E0A2591}"/>
              </a:ext>
            </a:extLst>
          </p:cNvPr>
          <p:cNvSpPr>
            <a:spLocks noGrp="1"/>
          </p:cNvSpPr>
          <p:nvPr>
            <p:ph type="title"/>
          </p:nvPr>
        </p:nvSpPr>
        <p:spPr>
          <a:xfrm>
            <a:off x="381001" y="441326"/>
            <a:ext cx="8570912" cy="494924"/>
          </a:xfrm>
        </p:spPr>
        <p:txBody>
          <a:bodyPr/>
          <a:lstStyle/>
          <a:p>
            <a:r>
              <a:rPr lang="en-CA"/>
              <a:t>Detailed Model Architecture</a:t>
            </a:r>
            <a:endParaRPr lang="en-US"/>
          </a:p>
        </p:txBody>
      </p:sp>
      <p:pic>
        <p:nvPicPr>
          <p:cNvPr id="7" name="Picture 6">
            <a:extLst>
              <a:ext uri="{FF2B5EF4-FFF2-40B4-BE49-F238E27FC236}">
                <a16:creationId xmlns:a16="http://schemas.microsoft.com/office/drawing/2014/main" id="{C589B2F2-690D-5944-F7BA-08FF9FC85506}"/>
              </a:ext>
            </a:extLst>
          </p:cNvPr>
          <p:cNvPicPr>
            <a:picLocks noChangeAspect="1"/>
          </p:cNvPicPr>
          <p:nvPr/>
        </p:nvPicPr>
        <p:blipFill>
          <a:blip r:embed="rId3"/>
          <a:stretch>
            <a:fillRect/>
          </a:stretch>
        </p:blipFill>
        <p:spPr>
          <a:xfrm>
            <a:off x="2385086" y="6151591"/>
            <a:ext cx="1809750" cy="342900"/>
          </a:xfrm>
          <a:prstGeom prst="rect">
            <a:avLst/>
          </a:prstGeom>
        </p:spPr>
      </p:pic>
      <p:pic>
        <p:nvPicPr>
          <p:cNvPr id="6" name="Picture 5" descr="A diagram of a company&#10;&#10;AI-generated content may be incorrect.">
            <a:extLst>
              <a:ext uri="{FF2B5EF4-FFF2-40B4-BE49-F238E27FC236}">
                <a16:creationId xmlns:a16="http://schemas.microsoft.com/office/drawing/2014/main" id="{417D25DB-161C-0313-6294-0B7E13EF0273}"/>
              </a:ext>
            </a:extLst>
          </p:cNvPr>
          <p:cNvPicPr>
            <a:picLocks noChangeAspect="1"/>
          </p:cNvPicPr>
          <p:nvPr/>
        </p:nvPicPr>
        <p:blipFill>
          <a:blip r:embed="rId4"/>
          <a:stretch>
            <a:fillRect/>
          </a:stretch>
        </p:blipFill>
        <p:spPr>
          <a:xfrm>
            <a:off x="1356851" y="1605929"/>
            <a:ext cx="9261988" cy="4123007"/>
          </a:xfrm>
          <a:prstGeom prst="rect">
            <a:avLst/>
          </a:prstGeom>
        </p:spPr>
      </p:pic>
    </p:spTree>
    <p:extLst>
      <p:ext uri="{BB962C8B-B14F-4D97-AF65-F5344CB8AC3E}">
        <p14:creationId xmlns:p14="http://schemas.microsoft.com/office/powerpoint/2010/main" val="17360415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E52947-5595-2F67-26DC-87178662EAB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4A5E61E-5CAE-6094-F238-AB7CB05D440E}"/>
              </a:ext>
            </a:extLst>
          </p:cNvPr>
          <p:cNvSpPr>
            <a:spLocks noGrp="1"/>
          </p:cNvSpPr>
          <p:nvPr>
            <p:ph type="sldNum" sz="quarter" idx="12"/>
          </p:nvPr>
        </p:nvSpPr>
        <p:spPr/>
        <p:txBody>
          <a:bodyPr/>
          <a:lstStyle/>
          <a:p>
            <a:fld id="{E4ECB127-6B1D-4440-BB59-CB7FB51359B3}" type="slidenum">
              <a:rPr lang="en-CA" smtClean="0"/>
              <a:pPr/>
              <a:t>26</a:t>
            </a:fld>
            <a:endParaRPr lang="en-CA"/>
          </a:p>
        </p:txBody>
      </p:sp>
      <p:sp>
        <p:nvSpPr>
          <p:cNvPr id="4" name="Text Placeholder 3">
            <a:extLst>
              <a:ext uri="{FF2B5EF4-FFF2-40B4-BE49-F238E27FC236}">
                <a16:creationId xmlns:a16="http://schemas.microsoft.com/office/drawing/2014/main" id="{E68C1A99-F7DB-A84E-EB3E-02BB6B1D8313}"/>
              </a:ext>
            </a:extLst>
          </p:cNvPr>
          <p:cNvSpPr>
            <a:spLocks noGrp="1"/>
          </p:cNvSpPr>
          <p:nvPr>
            <p:ph type="body" sz="quarter" idx="13"/>
          </p:nvPr>
        </p:nvSpPr>
        <p:spPr>
          <a:xfrm>
            <a:off x="381001" y="923593"/>
            <a:ext cx="11212901" cy="392219"/>
          </a:xfrm>
        </p:spPr>
        <p:txBody>
          <a:bodyPr>
            <a:normAutofit/>
          </a:bodyPr>
          <a:lstStyle/>
          <a:p>
            <a:r>
              <a:rPr lang="en-CA" sz="1200"/>
              <a:t>Agent architecture at a higher level of detail</a:t>
            </a:r>
          </a:p>
        </p:txBody>
      </p:sp>
      <p:sp>
        <p:nvSpPr>
          <p:cNvPr id="5" name="Title 4">
            <a:extLst>
              <a:ext uri="{FF2B5EF4-FFF2-40B4-BE49-F238E27FC236}">
                <a16:creationId xmlns:a16="http://schemas.microsoft.com/office/drawing/2014/main" id="{EE80ACF0-3808-F208-334D-A264652DB0A0}"/>
              </a:ext>
            </a:extLst>
          </p:cNvPr>
          <p:cNvSpPr>
            <a:spLocks noGrp="1"/>
          </p:cNvSpPr>
          <p:nvPr>
            <p:ph type="title"/>
          </p:nvPr>
        </p:nvSpPr>
        <p:spPr>
          <a:xfrm>
            <a:off x="381001" y="441326"/>
            <a:ext cx="8570912" cy="494924"/>
          </a:xfrm>
        </p:spPr>
        <p:txBody>
          <a:bodyPr>
            <a:normAutofit fontScale="90000"/>
          </a:bodyPr>
          <a:lstStyle/>
          <a:p>
            <a:r>
              <a:rPr lang="en-CA">
                <a:cs typeface="Arial"/>
              </a:rPr>
              <a:t>Internal Prompts</a:t>
            </a:r>
            <a:br>
              <a:rPr lang="en-CA">
                <a:cs typeface="Arial"/>
              </a:rPr>
            </a:br>
            <a:endParaRPr lang="en-CA">
              <a:cs typeface="Arial"/>
            </a:endParaRPr>
          </a:p>
        </p:txBody>
      </p:sp>
      <p:pic>
        <p:nvPicPr>
          <p:cNvPr id="7" name="Picture 6">
            <a:extLst>
              <a:ext uri="{FF2B5EF4-FFF2-40B4-BE49-F238E27FC236}">
                <a16:creationId xmlns:a16="http://schemas.microsoft.com/office/drawing/2014/main" id="{76078A7A-2BA2-5C3D-924E-26D1D0ABE869}"/>
              </a:ext>
            </a:extLst>
          </p:cNvPr>
          <p:cNvPicPr>
            <a:picLocks noChangeAspect="1"/>
          </p:cNvPicPr>
          <p:nvPr/>
        </p:nvPicPr>
        <p:blipFill>
          <a:blip r:embed="rId3"/>
          <a:stretch>
            <a:fillRect/>
          </a:stretch>
        </p:blipFill>
        <p:spPr>
          <a:xfrm>
            <a:off x="2385086" y="6151591"/>
            <a:ext cx="1809750" cy="342900"/>
          </a:xfrm>
          <a:prstGeom prst="rect">
            <a:avLst/>
          </a:prstGeom>
        </p:spPr>
      </p:pic>
    </p:spTree>
    <p:extLst>
      <p:ext uri="{BB962C8B-B14F-4D97-AF65-F5344CB8AC3E}">
        <p14:creationId xmlns:p14="http://schemas.microsoft.com/office/powerpoint/2010/main" val="1517316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8EF2B-9028-3DED-EA6E-C5CDA895BC05}"/>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0C6980C-1A0D-7D3A-7DC4-470D602FFC1D}"/>
              </a:ext>
            </a:extLst>
          </p:cNvPr>
          <p:cNvSpPr>
            <a:spLocks noGrp="1"/>
          </p:cNvSpPr>
          <p:nvPr>
            <p:ph type="sldNum" sz="quarter" idx="12"/>
          </p:nvPr>
        </p:nvSpPr>
        <p:spPr/>
        <p:txBody>
          <a:bodyPr/>
          <a:lstStyle/>
          <a:p>
            <a:fld id="{E4ECB127-6B1D-4440-BB59-CB7FB51359B3}" type="slidenum">
              <a:rPr lang="en-CA" smtClean="0"/>
              <a:pPr/>
              <a:t>27</a:t>
            </a:fld>
            <a:endParaRPr lang="en-CA"/>
          </a:p>
        </p:txBody>
      </p:sp>
      <p:sp>
        <p:nvSpPr>
          <p:cNvPr id="4" name="Text Placeholder 3">
            <a:extLst>
              <a:ext uri="{FF2B5EF4-FFF2-40B4-BE49-F238E27FC236}">
                <a16:creationId xmlns:a16="http://schemas.microsoft.com/office/drawing/2014/main" id="{2A48761E-7060-E9F1-8A72-238DC3EED039}"/>
              </a:ext>
            </a:extLst>
          </p:cNvPr>
          <p:cNvSpPr>
            <a:spLocks noGrp="1"/>
          </p:cNvSpPr>
          <p:nvPr>
            <p:ph type="body" sz="quarter" idx="13"/>
          </p:nvPr>
        </p:nvSpPr>
        <p:spPr>
          <a:xfrm>
            <a:off x="381001" y="923593"/>
            <a:ext cx="11212901" cy="392219"/>
          </a:xfrm>
        </p:spPr>
        <p:txBody>
          <a:bodyPr>
            <a:normAutofit/>
          </a:bodyPr>
          <a:lstStyle/>
          <a:p>
            <a:r>
              <a:rPr lang="en-CA" sz="1200"/>
              <a:t>RFP and outputs for: </a:t>
            </a:r>
          </a:p>
        </p:txBody>
      </p:sp>
      <p:sp>
        <p:nvSpPr>
          <p:cNvPr id="5" name="Title 4">
            <a:extLst>
              <a:ext uri="{FF2B5EF4-FFF2-40B4-BE49-F238E27FC236}">
                <a16:creationId xmlns:a16="http://schemas.microsoft.com/office/drawing/2014/main" id="{F6A0210A-FAAC-4EC4-0695-19367B63E3C2}"/>
              </a:ext>
            </a:extLst>
          </p:cNvPr>
          <p:cNvSpPr>
            <a:spLocks noGrp="1"/>
          </p:cNvSpPr>
          <p:nvPr>
            <p:ph type="title"/>
          </p:nvPr>
        </p:nvSpPr>
        <p:spPr>
          <a:xfrm>
            <a:off x="381001" y="441326"/>
            <a:ext cx="8570912" cy="494924"/>
          </a:xfrm>
        </p:spPr>
        <p:txBody>
          <a:bodyPr/>
          <a:lstStyle/>
          <a:p>
            <a:r>
              <a:rPr lang="en-CA"/>
              <a:t>Example RFP and Agent Outputs: (1/2)</a:t>
            </a:r>
          </a:p>
        </p:txBody>
      </p:sp>
      <p:pic>
        <p:nvPicPr>
          <p:cNvPr id="8" name="Picture 7">
            <a:extLst>
              <a:ext uri="{FF2B5EF4-FFF2-40B4-BE49-F238E27FC236}">
                <a16:creationId xmlns:a16="http://schemas.microsoft.com/office/drawing/2014/main" id="{9171A64E-5BC3-7056-2E0F-499FB7B74281}"/>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9" name="Text Placeholder 3">
            <a:extLst>
              <a:ext uri="{FF2B5EF4-FFF2-40B4-BE49-F238E27FC236}">
                <a16:creationId xmlns:a16="http://schemas.microsoft.com/office/drawing/2014/main" id="{99EA7772-22C7-0ACE-BFA7-4FB17FE79F0F}"/>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documents: </a:t>
            </a:r>
            <a:r>
              <a:rPr lang="en-CA" sz="1200">
                <a:hlinkClick r:id="rId4"/>
              </a:rPr>
              <a:t>Sample 1 - UYBIA</a:t>
            </a:r>
            <a:r>
              <a:rPr lang="en-CA" sz="1200"/>
              <a:t> </a:t>
            </a:r>
          </a:p>
        </p:txBody>
      </p:sp>
    </p:spTree>
    <p:extLst>
      <p:ext uri="{BB962C8B-B14F-4D97-AF65-F5344CB8AC3E}">
        <p14:creationId xmlns:p14="http://schemas.microsoft.com/office/powerpoint/2010/main" val="34204839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5A4B6-F549-57B9-2577-33F3BEA7659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1AE1EB0-81EF-48E6-BD9E-3FA81E473428}"/>
              </a:ext>
            </a:extLst>
          </p:cNvPr>
          <p:cNvSpPr>
            <a:spLocks noGrp="1"/>
          </p:cNvSpPr>
          <p:nvPr>
            <p:ph type="sldNum" sz="quarter" idx="12"/>
          </p:nvPr>
        </p:nvSpPr>
        <p:spPr/>
        <p:txBody>
          <a:bodyPr/>
          <a:lstStyle/>
          <a:p>
            <a:fld id="{E4ECB127-6B1D-4440-BB59-CB7FB51359B3}" type="slidenum">
              <a:rPr lang="en-CA" smtClean="0"/>
              <a:pPr/>
              <a:t>28</a:t>
            </a:fld>
            <a:endParaRPr lang="en-CA"/>
          </a:p>
        </p:txBody>
      </p:sp>
      <p:sp>
        <p:nvSpPr>
          <p:cNvPr id="4" name="Text Placeholder 3">
            <a:extLst>
              <a:ext uri="{FF2B5EF4-FFF2-40B4-BE49-F238E27FC236}">
                <a16:creationId xmlns:a16="http://schemas.microsoft.com/office/drawing/2014/main" id="{C7B51604-DAC6-25EA-AD01-CF19BB692E7B}"/>
              </a:ext>
            </a:extLst>
          </p:cNvPr>
          <p:cNvSpPr>
            <a:spLocks noGrp="1"/>
          </p:cNvSpPr>
          <p:nvPr>
            <p:ph type="body" sz="quarter" idx="13"/>
          </p:nvPr>
        </p:nvSpPr>
        <p:spPr>
          <a:xfrm>
            <a:off x="381001" y="923593"/>
            <a:ext cx="11212901" cy="392219"/>
          </a:xfrm>
        </p:spPr>
        <p:txBody>
          <a:bodyPr>
            <a:normAutofit/>
          </a:bodyPr>
          <a:lstStyle/>
          <a:p>
            <a:r>
              <a:rPr lang="en-CA" sz="1200"/>
              <a:t>RFP and outputs for: </a:t>
            </a:r>
          </a:p>
        </p:txBody>
      </p:sp>
      <p:sp>
        <p:nvSpPr>
          <p:cNvPr id="5" name="Title 4">
            <a:extLst>
              <a:ext uri="{FF2B5EF4-FFF2-40B4-BE49-F238E27FC236}">
                <a16:creationId xmlns:a16="http://schemas.microsoft.com/office/drawing/2014/main" id="{F4D75F2B-9792-72FE-CEE2-05B37BAB8799}"/>
              </a:ext>
            </a:extLst>
          </p:cNvPr>
          <p:cNvSpPr>
            <a:spLocks noGrp="1"/>
          </p:cNvSpPr>
          <p:nvPr>
            <p:ph type="title"/>
          </p:nvPr>
        </p:nvSpPr>
        <p:spPr>
          <a:xfrm>
            <a:off x="381001" y="441326"/>
            <a:ext cx="8570912" cy="494924"/>
          </a:xfrm>
        </p:spPr>
        <p:txBody>
          <a:bodyPr/>
          <a:lstStyle/>
          <a:p>
            <a:r>
              <a:rPr lang="en-CA"/>
              <a:t>Example RFP and Agent Outputs: (2/2)</a:t>
            </a:r>
          </a:p>
        </p:txBody>
      </p:sp>
      <p:pic>
        <p:nvPicPr>
          <p:cNvPr id="2" name="Picture 1">
            <a:extLst>
              <a:ext uri="{FF2B5EF4-FFF2-40B4-BE49-F238E27FC236}">
                <a16:creationId xmlns:a16="http://schemas.microsoft.com/office/drawing/2014/main" id="{FE79147B-9C0B-7D21-F45E-A5F37A4250E7}"/>
              </a:ext>
            </a:extLst>
          </p:cNvPr>
          <p:cNvPicPr>
            <a:picLocks noChangeAspect="1"/>
          </p:cNvPicPr>
          <p:nvPr/>
        </p:nvPicPr>
        <p:blipFill>
          <a:blip r:embed="rId3"/>
          <a:stretch>
            <a:fillRect/>
          </a:stretch>
        </p:blipFill>
        <p:spPr>
          <a:xfrm>
            <a:off x="2385086" y="6151591"/>
            <a:ext cx="1809750" cy="342900"/>
          </a:xfrm>
          <a:prstGeom prst="rect">
            <a:avLst/>
          </a:prstGeom>
        </p:spPr>
      </p:pic>
      <p:sp>
        <p:nvSpPr>
          <p:cNvPr id="7" name="Text Placeholder 3">
            <a:extLst>
              <a:ext uri="{FF2B5EF4-FFF2-40B4-BE49-F238E27FC236}">
                <a16:creationId xmlns:a16="http://schemas.microsoft.com/office/drawing/2014/main" id="{F2803A4F-4E44-A9E4-0F20-85ECFC806FAD}"/>
              </a:ext>
            </a:extLst>
          </p:cNvPr>
          <p:cNvSpPr txBox="1">
            <a:spLocks/>
          </p:cNvSpPr>
          <p:nvPr/>
        </p:nvSpPr>
        <p:spPr>
          <a:xfrm>
            <a:off x="4323523" y="6190703"/>
            <a:ext cx="4892843" cy="264676"/>
          </a:xfrm>
          <a:prstGeom prst="rect">
            <a:avLst/>
          </a:prstGeom>
        </p:spPr>
        <p:txBody>
          <a:bodyPr vert="horz" lIns="91440" tIns="45720" rIns="91440" bIns="45720" rtlCol="0">
            <a:normAutofit fontScale="92500"/>
          </a:bodyPr>
          <a:lstStyle>
            <a:lvl1pPr marL="0" indent="0" algn="l" defTabSz="914400" rtl="0" eaLnBrk="1" latinLnBrk="0" hangingPunct="1">
              <a:lnSpc>
                <a:spcPct val="110000"/>
              </a:lnSpc>
              <a:spcBef>
                <a:spcPts val="1600"/>
              </a:spcBef>
              <a:buFont typeface="Arial" panose="020B0604020202020204" pitchFamily="34" charset="0"/>
              <a:buNone/>
              <a:tabLst/>
              <a:defRPr sz="1400" b="1" kern="1200">
                <a:solidFill>
                  <a:schemeClr val="accent5"/>
                </a:solidFill>
                <a:latin typeface="+mn-lt"/>
                <a:ea typeface="+mn-ea"/>
                <a:cs typeface="+mn-cs"/>
              </a:defRPr>
            </a:lvl1pPr>
            <a:lvl2pPr marL="457200" indent="0" algn="l" defTabSz="914400" rtl="0" eaLnBrk="1" latinLnBrk="0" hangingPunct="1">
              <a:lnSpc>
                <a:spcPct val="110000"/>
              </a:lnSpc>
              <a:spcBef>
                <a:spcPts val="800"/>
              </a:spcBef>
              <a:buSzPct val="85000"/>
              <a:buFont typeface="System Font Regular"/>
              <a:buNone/>
              <a:tabLst/>
              <a:defRPr sz="1400" kern="1200">
                <a:solidFill>
                  <a:schemeClr val="tx1"/>
                </a:solidFill>
                <a:latin typeface="+mn-lt"/>
                <a:ea typeface="+mn-ea"/>
                <a:cs typeface="+mn-cs"/>
              </a:defRPr>
            </a:lvl2pPr>
            <a:lvl3pPr marL="8620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3pPr>
            <a:lvl4pPr marL="1262063" indent="-17462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4pPr>
            <a:lvl5pPr marL="1662113" indent="-168275" algn="l" defTabSz="914400" rtl="0" eaLnBrk="1" latinLnBrk="0" hangingPunct="1">
              <a:lnSpc>
                <a:spcPct val="110000"/>
              </a:lnSpc>
              <a:spcBef>
                <a:spcPts val="500"/>
              </a:spcBef>
              <a:buFont typeface="System Font Regular"/>
              <a:buChar char="⁃"/>
              <a:tabLst/>
              <a:defRPr sz="1200" kern="1200">
                <a:solidFill>
                  <a:schemeClr val="tx1"/>
                </a:solidFill>
                <a:latin typeface="+mn-lt"/>
                <a:ea typeface="+mn-ea"/>
                <a:cs typeface="+mn-cs"/>
              </a:defRPr>
            </a:lvl5pPr>
            <a:lvl6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6pPr>
            <a:lvl7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7pPr>
            <a:lvl8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8pPr>
            <a:lvl9pPr marL="1662113" indent="-168275" algn="l" defTabSz="914400" rtl="0" eaLnBrk="1" latinLnBrk="0" hangingPunct="1">
              <a:lnSpc>
                <a:spcPct val="90000"/>
              </a:lnSpc>
              <a:spcBef>
                <a:spcPts val="500"/>
              </a:spcBef>
              <a:buFont typeface="System Font Regular"/>
              <a:buChar char="⁃"/>
              <a:tabLst/>
              <a:defRPr sz="1200" kern="1200">
                <a:solidFill>
                  <a:schemeClr val="tx1"/>
                </a:solidFill>
                <a:latin typeface="+mn-lt"/>
                <a:ea typeface="+mn-ea"/>
                <a:cs typeface="+mn-cs"/>
              </a:defRPr>
            </a:lvl9pPr>
          </a:lstStyle>
          <a:p>
            <a:r>
              <a:rPr lang="en-CA" sz="1200"/>
              <a:t>Link to real document: </a:t>
            </a:r>
            <a:r>
              <a:rPr lang="en-CA" sz="1200">
                <a:hlinkClick r:id="rId4"/>
              </a:rPr>
              <a:t>Sample 2 - Connecticut Children’s Foundation</a:t>
            </a:r>
            <a:r>
              <a:rPr lang="en-CA" sz="1200"/>
              <a:t> </a:t>
            </a:r>
          </a:p>
        </p:txBody>
      </p:sp>
    </p:spTree>
    <p:extLst>
      <p:ext uri="{BB962C8B-B14F-4D97-AF65-F5344CB8AC3E}">
        <p14:creationId xmlns:p14="http://schemas.microsoft.com/office/powerpoint/2010/main" val="2403200691"/>
      </p:ext>
    </p:extLst>
  </p:cSld>
  <p:clrMapOvr>
    <a:masterClrMapping/>
  </p:clrMapOvr>
</p:sld>
</file>

<file path=ppt/theme/theme1.xml><?xml version="1.0" encoding="utf-8"?>
<a:theme xmlns:a="http://schemas.openxmlformats.org/drawingml/2006/main" name="U of T Defy Gravity 2021">
  <a:themeElements>
    <a:clrScheme name="University of Toronto 2022">
      <a:dk1>
        <a:srgbClr val="000000"/>
      </a:dk1>
      <a:lt1>
        <a:srgbClr val="FFFFFF"/>
      </a:lt1>
      <a:dk2>
        <a:srgbClr val="1E3765"/>
      </a:dk2>
      <a:lt2>
        <a:srgbClr val="D0D1C9"/>
      </a:lt2>
      <a:accent1>
        <a:srgbClr val="007FA3"/>
      </a:accent1>
      <a:accent2>
        <a:srgbClr val="6D2479"/>
      </a:accent2>
      <a:accent3>
        <a:srgbClr val="DC4633"/>
      </a:accent3>
      <a:accent4>
        <a:srgbClr val="F1C500"/>
      </a:accent4>
      <a:accent5>
        <a:srgbClr val="AB1368"/>
      </a:accent5>
      <a:accent6>
        <a:srgbClr val="0D534D"/>
      </a:accent6>
      <a:hlink>
        <a:srgbClr val="007FA3"/>
      </a:hlink>
      <a:folHlink>
        <a:srgbClr val="007FA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4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400" dirty="0" err="1" smtClean="0"/>
        </a:defPPr>
      </a:lstStyle>
    </a:txDef>
  </a:objectDefaults>
  <a:extraClrSchemeLst/>
  <a:custClrLst>
    <a:custClr name="Pantone Cool Gray 2">
      <a:srgbClr val="D0D1C9"/>
    </a:custClr>
    <a:custClr name="Pantone 376">
      <a:srgbClr val="8DBF2E"/>
    </a:custClr>
    <a:custClr name="Pantone 3285">
      <a:srgbClr val="00A189"/>
    </a:custClr>
    <a:custClr name="Pantone 2985">
      <a:srgbClr val="6FC7EA"/>
    </a:custClr>
    <a:custClr name="Pantone 663">
      <a:srgbClr val="007FA3"/>
    </a:custClr>
    <a:custClr name="Pantone 2613">
      <a:srgbClr val="6D247A"/>
    </a:custClr>
    <a:custClr name="Pantone Warm Red">
      <a:srgbClr val="DC4633"/>
    </a:custClr>
    <a:custClr name="Pantone 7406">
      <a:srgbClr val="F1C500"/>
    </a:custClr>
    <a:custClr name="Pantone 227">
      <a:srgbClr val="AB1368"/>
    </a:custClr>
    <a:custClr name="Pantone 7722">
      <a:srgbClr val="0D534D"/>
    </a:custClr>
    <a:custClr name="80% Pantone Cool Gray 2">
      <a:srgbClr val="D7D8D1"/>
    </a:custClr>
    <a:custClr name="80% Pantone 376">
      <a:srgbClr val="A4CC58"/>
    </a:custClr>
    <a:custClr name="80% Pantone 3285">
      <a:srgbClr val="33B4A1"/>
    </a:custClr>
    <a:custClr name="80% Pantone 2985">
      <a:srgbClr val="8CD2EE"/>
    </a:custClr>
    <a:custClr name="80% Pantone 663">
      <a:srgbClr val="3399B5"/>
    </a:custClr>
    <a:custClr name="80% Pantone 2613">
      <a:srgbClr val="8A5095"/>
    </a:custClr>
    <a:custClr name="80% Pantone Warm Red">
      <a:srgbClr val="E36B5C"/>
    </a:custClr>
    <a:custClr name="80% Pantone 7406">
      <a:srgbClr val="F4D133"/>
    </a:custClr>
    <a:custClr name="80% Pantone 227">
      <a:srgbClr val="BC4286"/>
    </a:custClr>
    <a:custClr name="80% Pantone 7722">
      <a:srgbClr val="3D7571"/>
    </a:custClr>
    <a:custClr name="50% Pantone Cool Gray 2">
      <a:srgbClr val="E7E8E4"/>
    </a:custClr>
    <a:custClr name="50% Pantone 376">
      <a:srgbClr val="C6DF96"/>
    </a:custClr>
    <a:custClr name="50% Pantone 3285">
      <a:srgbClr val="80D0C4"/>
    </a:custClr>
    <a:custClr name="50% Pantone 2985">
      <a:srgbClr val="B7E3F4"/>
    </a:custClr>
    <a:custClr name="50% Pantone 663">
      <a:srgbClr val="80BFD1"/>
    </a:custClr>
    <a:custClr name="50% Pantone 2613">
      <a:srgbClr val="B691BC"/>
    </a:custClr>
    <a:custClr name="50% Pantone Warm Red">
      <a:srgbClr val="EDA299"/>
    </a:custClr>
    <a:custClr name="50% Pantone 7406">
      <a:srgbClr val="F8E280"/>
    </a:custClr>
    <a:custClr name="50% Pantone 227">
      <a:srgbClr val="D589B3"/>
    </a:custClr>
    <a:custClr name="50% Pantone 7722">
      <a:srgbClr val="86A9A6"/>
    </a:custClr>
    <a:custClr name="25% Pantone Cool Gray 2">
      <a:srgbClr val="F3F3F1"/>
    </a:custClr>
    <a:custClr name="25% Pantone 376">
      <a:srgbClr val="E2EFCB"/>
    </a:custClr>
    <a:custClr name="25% Pantone 3285">
      <a:srgbClr val="BFE7E1"/>
    </a:custClr>
    <a:custClr name="25% Pantone 2985">
      <a:srgbClr val="DBF1FA"/>
    </a:custClr>
    <a:custClr name="25% Pantone 663">
      <a:srgbClr val="BFDFE8"/>
    </a:custClr>
    <a:custClr name="25% Pantone 2613">
      <a:srgbClr val="DAC8DE"/>
    </a:custClr>
    <a:custClr name="25% Pantone Warm Red">
      <a:srgbClr val="F6D1CC"/>
    </a:custClr>
    <a:custClr name="25% Pantone 7406">
      <a:srgbClr val="FBF0BF"/>
    </a:custClr>
    <a:custClr name="25% Pantone 227">
      <a:srgbClr val="EAC4D9"/>
    </a:custClr>
    <a:custClr name="25% Pantone 7722">
      <a:srgbClr val="C2D4D2"/>
    </a:custClr>
  </a:custClrLst>
  <a:extLst>
    <a:ext uri="{05A4C25C-085E-4340-85A3-A5531E510DB2}">
      <thm15:themeFamily xmlns:thm15="http://schemas.microsoft.com/office/thememl/2012/main" name="DefyGravity-Template-4c-FINAL" id="{27AE89B6-AE73-7147-9415-5A70A1FD918B}" vid="{6C16C174-1EC8-5B47-9EBB-EB75FAEE115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9624B4095E4E24FAC2F311D0A7E3671" ma:contentTypeVersion="9" ma:contentTypeDescription="Create a new document." ma:contentTypeScope="" ma:versionID="8da0adb1e6d424afed9a133fe6f2886d">
  <xsd:schema xmlns:xsd="http://www.w3.org/2001/XMLSchema" xmlns:xs="http://www.w3.org/2001/XMLSchema" xmlns:p="http://schemas.microsoft.com/office/2006/metadata/properties" xmlns:ns3="190afe5c-bc09-47ae-9d97-c217e9531632" targetNamespace="http://schemas.microsoft.com/office/2006/metadata/properties" ma:root="true" ma:fieldsID="3cd0f7b95b47da109117066039c8a75a" ns3:_="">
    <xsd:import namespace="190afe5c-bc09-47ae-9d97-c217e9531632"/>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90afe5c-bc09-47ae-9d97-c217e9531632"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190afe5c-bc09-47ae-9d97-c217e9531632" xsi:nil="true"/>
  </documentManagement>
</p:properties>
</file>

<file path=customXml/itemProps1.xml><?xml version="1.0" encoding="utf-8"?>
<ds:datastoreItem xmlns:ds="http://schemas.openxmlformats.org/officeDocument/2006/customXml" ds:itemID="{6558DD39-1E2E-43EC-B232-637ED844BD70}">
  <ds:schemaRefs>
    <ds:schemaRef ds:uri="http://schemas.microsoft.com/sharepoint/v3/contenttype/forms"/>
  </ds:schemaRefs>
</ds:datastoreItem>
</file>

<file path=customXml/itemProps2.xml><?xml version="1.0" encoding="utf-8"?>
<ds:datastoreItem xmlns:ds="http://schemas.openxmlformats.org/officeDocument/2006/customXml" ds:itemID="{FEEFE2C5-AC48-4E2F-8D2E-FE273D128BD5}">
  <ds:schemaRefs>
    <ds:schemaRef ds:uri="190afe5c-bc09-47ae-9d97-c217e953163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7404D40-D352-4205-BEBB-99523D4CB57B}">
  <ds:schemaRefs>
    <ds:schemaRef ds:uri="190afe5c-bc09-47ae-9d97-c217e953163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DefyGravity-Template (3)</Template>
  <Application>Microsoft Office PowerPoint</Application>
  <PresentationFormat>Widescreen</PresentationFormat>
  <Slides>28</Slides>
  <Notes>27</Notes>
  <HiddenSlides>1</HiddenSlides>
  <ScaleCrop>false</ScaleCrop>
  <HeadingPairs>
    <vt:vector size="4" baseType="variant">
      <vt:variant>
        <vt:lpstr>Theme</vt:lpstr>
      </vt:variant>
      <vt:variant>
        <vt:i4>1</vt:i4>
      </vt:variant>
      <vt:variant>
        <vt:lpstr>Slide Titles</vt:lpstr>
      </vt:variant>
      <vt:variant>
        <vt:i4>28</vt:i4>
      </vt:variant>
    </vt:vector>
  </HeadingPairs>
  <TitlesOfParts>
    <vt:vector size="29" baseType="lpstr">
      <vt:lpstr>U of T Defy Gravity 2021</vt:lpstr>
      <vt:lpstr>AI Engagement Agent </vt:lpstr>
      <vt:lpstr>Introductions</vt:lpstr>
      <vt:lpstr>Agenda</vt:lpstr>
      <vt:lpstr>Problem Statement and Project Scope</vt:lpstr>
      <vt:lpstr>Problem Statement</vt:lpstr>
      <vt:lpstr>Approach ​</vt:lpstr>
      <vt:lpstr>Flowchart</vt:lpstr>
      <vt:lpstr>Our Work: Agent Demo  </vt:lpstr>
      <vt:lpstr>Artifact Templates generated </vt:lpstr>
      <vt:lpstr>PowerPoint Presentation</vt:lpstr>
      <vt:lpstr>Future Work and Improvements </vt:lpstr>
      <vt:lpstr>Future Work and Improvements </vt:lpstr>
      <vt:lpstr>Thank You</vt:lpstr>
      <vt:lpstr>Appendices</vt:lpstr>
      <vt:lpstr>Quality Gates</vt:lpstr>
      <vt:lpstr>Work Breakdown Structure Template </vt:lpstr>
      <vt:lpstr>Work Breakdown Structure Template </vt:lpstr>
      <vt:lpstr>RAID Log Template (1/4)</vt:lpstr>
      <vt:lpstr>RAID Log Template (2/4)</vt:lpstr>
      <vt:lpstr>RAID Log Template (3/4)</vt:lpstr>
      <vt:lpstr>RAID Log Template (4/4)</vt:lpstr>
      <vt:lpstr>Stakeholder Map Template</vt:lpstr>
      <vt:lpstr>RACI Template</vt:lpstr>
      <vt:lpstr>Weekly Status Report Template</vt:lpstr>
      <vt:lpstr>Detailed Model Architecture</vt:lpstr>
      <vt:lpstr>Internal Prompts </vt:lpstr>
      <vt:lpstr>Example RFP and Agent Outputs: (1/2)</vt:lpstr>
      <vt:lpstr>Example RFP and Agent Outputs: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Engagement Agent :  </dc:title>
  <dc:creator>Laura Sievewright-Johnston</dc:creator>
  <cp:revision>1</cp:revision>
  <cp:lastPrinted>2021-12-03T21:16:07Z</cp:lastPrinted>
  <dcterms:created xsi:type="dcterms:W3CDTF">2026-06-05T21:54:55Z</dcterms:created>
  <dcterms:modified xsi:type="dcterms:W3CDTF">2026-06-08T19:01:05Z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0x01010009624B4095E4E24FAC2F311D0A7E3671</vt:lpwstr>
  </property>
</Properties>
</file>